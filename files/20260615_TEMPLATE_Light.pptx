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9144000" cy="5143500"/>
  <p:notesSz cx="6858000" cy="9144000"/>
  <p:embeddedFontLst>
    <p:embeddedFont>
      <p:font typeface="Inter"/>
      <p:regular r:id="rId23"/>
      <p:bold r:id="rId24"/>
      <p:boldItalic r:id="rId23"/>
    </p:embeddedFont>
    <p:embeddedFont>
      <p:font typeface="Montserrat"/>
      <p:regular r:id="rId25"/>
      <p:bold r:id="rId26"/>
      <p:italic r:id="rId27"/>
      <p:boldItalic r:id="rId27"/>
    </p:embeddedFont>
    <p:embeddedFont>
      <p:font typeface="Inter Light"/>
    </p:embeddedFont>
    <p:embeddedFont>
      <p:font typeface="Montserrat Medium"/>
      <p:regular r:id="rId28"/>
    </p:embeddedFont>
    <p:embeddedFont>
      <p:font typeface="Lucida Sans"/>
      <p:regular r:id="rId29"/>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font" Target="fonts/Font_1_Inter_Regular.fntdata"/><Relationship Id="rId24" Type="http://schemas.openxmlformats.org/officeDocument/2006/relationships/font" Target="fonts/Font_2_Inter_Bold.fntdata"/><Relationship Id="rId25" Type="http://schemas.openxmlformats.org/officeDocument/2006/relationships/font" Target="fonts/Font_3_Montserrat_Regular.fntdata"/><Relationship Id="rId26" Type="http://schemas.openxmlformats.org/officeDocument/2006/relationships/font" Target="fonts/Font_4_Montserrat_Bold.fntdata"/><Relationship Id="rId27" Type="http://schemas.openxmlformats.org/officeDocument/2006/relationships/font" Target="fonts/Font_5_Montserrat_Italic.fntdata"/><Relationship Id="rId28" Type="http://schemas.openxmlformats.org/officeDocument/2006/relationships/font" Target="fonts/Font_6_Montserrat_Medium_Regular.fntdata"/><Relationship Id="rId29" Type="http://schemas.openxmlformats.org/officeDocument/2006/relationships/font" Target="fonts/Font_7_Lucida_Sans_Regular.fntdata"/><Relationship Id="rId3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1">
    <p:bg>
      <p:bgPr>
        <a:solidFill>
          <a:schemeClr val="lt1"/>
        </a:solidFill>
      </p:bgPr>
    </p:bg>
    <p:spTree>
      <p:nvGrpSpPr>
        <p:cNvPr id="1" name=""/>
        <p:cNvGrpSpPr/>
        <p:nvPr/>
      </p:nvGrpSpPr>
      <p:grpSpPr>
        <a:xfrm>
          <a:off x="0" y="0"/>
          <a:ext cx="0" cy="0"/>
          <a:chOff x="0" y="0"/>
          <a:chExt cx="0" cy="0"/>
        </a:xfrm>
      </p:grpSpPr>
      <p:pic>
        <p:nvPicPr>
          <p:cNvPr id="2" name="Google Shape;7;p1"/>
          <p:cNvPicPr/>
          <p:nvPr/>
        </p:nvPicPr>
        <p:blipFill>
          <a:blip r:embed="rId2"/>
          <a:srcRect l="0" t="0" r="0" b="47"/>
          <a:stretch/>
        </p:blipFill>
        <p:spPr>
          <a:xfrm>
            <a:off x="171360" y="4713120"/>
            <a:ext cx="1428120" cy="264600"/>
          </a:xfrm>
          <a:prstGeom prst="rect">
            <a:avLst/>
          </a:prstGeom>
          <a:noFill/>
          <a:ln w="0">
            <a:noFill/>
          </a:ln>
        </p:spPr>
      </p:pic>
      <p:sp>
        <p:nvSpPr>
          <p:cNvPr id="3" name="Google Shape;8;p1"/>
          <p:cNvSpPr/>
          <p:nvPr/>
        </p:nvSpPr>
        <p:spPr>
          <a:xfrm>
            <a:off x="5672880" y="4713120"/>
            <a:ext cx="3006000" cy="264600"/>
          </a:xfrm>
          <a:prstGeom prst="rect">
            <a:avLst/>
          </a:prstGeom>
          <a:noFill/>
          <a:ln w="0">
            <a:noFill/>
          </a:ln>
        </p:spPr>
        <p:style>
          <a:lnRef idx="0"/>
          <a:fillRef idx="0"/>
          <a:effectRef idx="0"/>
          <a:fontRef idx="minor"/>
        </p:style>
        <p:txBody>
          <a:bodyPr tIns="91440" bIns="91440" anchor="ctr">
            <a:noAutofit/>
          </a:bodyPr>
          <a:p>
            <a:pPr algn="r">
              <a:lnSpc>
                <a:spcPct val="100000"/>
              </a:lnSpc>
              <a:tabLst>
                <a:tab pos="0" algn="l"/>
              </a:tabLst>
            </a:pPr>
            <a:r>
              <a:rPr lang="es-419" sz="1000" b="0" u="none" strike="noStrike">
                <a:solidFill>
                  <a:schemeClr val="dk1"/>
                </a:solidFill>
                <a:effectLst/>
                <a:uFillTx/>
                <a:latin typeface="Inter"/>
                <a:ea typeface="Inter"/>
              </a:rPr>
              <a:t>40 años simplificando tu tesorería</a:t>
            </a:r>
            <a:endParaRPr lang="es-MX" sz="1000" b="0" u="none" strike="noStrike">
              <a:solidFill>
                <a:srgbClr val="000000"/>
              </a:solidFill>
              <a:effectLst/>
              <a:uFillTx/>
              <a:latin typeface="Arial"/>
            </a:endParaRPr>
          </a:p>
        </p:txBody>
      </p:sp>
      <p:sp>
        <p:nvSpPr>
          <p:cNvPr id="4" name="PlaceHolder 1"/>
          <p:cNvSpPr>
            <a:spLocks noGrp="1"/>
          </p:cNvSpPr>
          <p:nvPr>
            <p:ph type="sldNum" idx="1"/>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FC6612B1-57DD-494E-A8E2-1422F090946D}" type="slidenum">
              <a:rPr lang="es-419" sz="800" b="1" u="none" strike="noStrike">
                <a:solidFill>
                  <a:schemeClr val="dk1"/>
                </a:solidFill>
                <a:effectLst/>
                <a:uFillTx/>
                <a:latin typeface="Inter"/>
                <a:ea typeface="Inter"/>
              </a:rPr>
              <a:t>&lt;number&gt;</a:t>
            </a:fld>
            <a:endParaRPr lang="es-MX" sz="800" b="0" u="none" strike="noStrike">
              <a:solidFill>
                <a:srgbClr val="000000"/>
              </a:solidFill>
              <a:effectLst/>
              <a:uFillTx/>
              <a:latin typeface="Times New Roman"/>
            </a:endParaRPr>
          </a:p>
        </p:txBody>
      </p:sp>
      <p:sp>
        <p:nvSpPr>
          <p:cNvPr id="5" name="Google Shape;11;p2"/>
          <p:cNvSpPr/>
          <p:nvPr/>
        </p:nvSpPr>
        <p:spPr>
          <a:xfrm flipH="1" rot="10800000">
            <a:off x="171360" y="179640"/>
            <a:ext cx="8807400" cy="4305960"/>
          </a:xfrm>
          <a:prstGeom prst="roundRect">
            <a:avLst>
              <a:gd name="adj" fmla="val 4369"/>
            </a:avLst>
          </a:prstGeom>
          <a:blipFill rotWithShape="0">
            <a:blip r:embed="rId3"/>
            <a:srcRect/>
            <a:stretch/>
          </a:blipFill>
          <a:ln w="0">
            <a:noFill/>
          </a:ln>
        </p:spPr>
        <p:style>
          <a:lnRef idx="0"/>
          <a:fillRef idx="0"/>
          <a:effectRef idx="0"/>
          <a:fontRef idx="minor"/>
        </p:style>
        <p:txBody>
          <a:bodyPr lIns="90000" tIns="45000" rIns="90000" bIns="45000" anchor="t">
            <a:noAutofit/>
          </a:bodyPr>
          <a:p>
            <a:endParaRPr lang="es-MX" sz="1800" b="0" u="none" strike="noStrike">
              <a:solidFill>
                <a:srgbClr val="000000"/>
              </a:solidFill>
              <a:effectLst/>
              <a:uFillTx/>
              <a:latin typeface="Arial"/>
            </a:endParaRPr>
          </a:p>
        </p:txBody>
      </p:sp>
      <p:sp>
        <p:nvSpPr>
          <p:cNvPr id="6" name="PlaceHolder 2"/>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a:buNone/>
              <a:defRPr lang="es-MX" sz="1400" b="0" u="none" strike="noStrike">
                <a:solidFill>
                  <a:srgbClr val="000000"/>
                </a:solidFill>
                <a:effectLst/>
                <a:uFillTx/>
                <a:latin typeface="Arial"/>
              </a:defRPr>
            </a:lvl1pPr>
          </a:lstStyle>
          <a:p>
            <a:pPr indent="0" algn="l">
              <a:buNone/>
            </a:pPr>
            <a:r>
              <a:rPr lang="es-MX" sz="1400" b="0" u="none" strike="noStrike">
                <a:solidFill>
                  <a:srgbClr val="000000"/>
                </a:solidFill>
                <a:effectLst/>
                <a:uFillTx/>
                <a:latin typeface="Arial"/>
              </a:rPr>
              <a:t>Click to edit the title text format</a:t>
            </a:r>
            <a:endParaRPr lang="es-MX" sz="1400" b="0" u="none" strike="noStrike">
              <a:solidFill>
                <a:srgbClr val="000000"/>
              </a:solidFill>
              <a:effectLst/>
              <a:uFillTx/>
              <a:latin typeface="Arial"/>
            </a:endParaRPr>
          </a:p>
        </p:txBody>
      </p:sp>
      <p:sp>
        <p:nvSpPr>
          <p:cNvPr id="7"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s-MX"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s-MX"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s-MX"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s-MX"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s-MX"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s-MX"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s-MX"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s-MX" sz="1400" b="0" u="none" strike="noStrike">
                <a:solidFill>
                  <a:srgbClr val="000000"/>
                </a:solidFill>
                <a:effectLst/>
                <a:uFillTx/>
                <a:latin typeface="Arial"/>
              </a:rPr>
              <a:t>Click to edit the outline text format</a:t>
            </a:r>
            <a:endParaRPr lang="es-MX"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s-MX" sz="1400" b="0" u="none" strike="noStrike">
                <a:solidFill>
                  <a:srgbClr val="000000"/>
                </a:solidFill>
                <a:effectLst/>
                <a:uFillTx/>
                <a:latin typeface="Arial"/>
              </a:rPr>
              <a:t>Second Outline Level</a:t>
            </a:r>
            <a:endParaRPr lang="es-MX"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s-MX" sz="1400" b="0" u="none" strike="noStrike">
                <a:solidFill>
                  <a:srgbClr val="000000"/>
                </a:solidFill>
                <a:effectLst/>
                <a:uFillTx/>
                <a:latin typeface="Arial"/>
              </a:rPr>
              <a:t>Third Outline Level</a:t>
            </a:r>
            <a:endParaRPr lang="es-MX"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s-MX" sz="1400" b="0" u="none" strike="noStrike">
                <a:solidFill>
                  <a:srgbClr val="000000"/>
                </a:solidFill>
                <a:effectLst/>
                <a:uFillTx/>
                <a:latin typeface="Arial"/>
              </a:rPr>
              <a:t>Fourth Outline Level</a:t>
            </a:r>
            <a:endParaRPr lang="es-MX"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s-MX" sz="2000" b="0" u="none" strike="noStrike">
                <a:solidFill>
                  <a:srgbClr val="000000"/>
                </a:solidFill>
                <a:effectLst/>
                <a:uFillTx/>
                <a:latin typeface="Arial"/>
              </a:rPr>
              <a:t>Fifth Outline Level</a:t>
            </a:r>
            <a:endParaRPr lang="es-MX"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s-MX" sz="2000" b="0" u="none" strike="noStrike">
                <a:solidFill>
                  <a:srgbClr val="000000"/>
                </a:solidFill>
                <a:effectLst/>
                <a:uFillTx/>
                <a:latin typeface="Arial"/>
              </a:rPr>
              <a:t>Sixth Outline Level</a:t>
            </a:r>
            <a:endParaRPr lang="es-MX"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s-MX" sz="2000" b="0" u="none" strike="noStrike">
                <a:solidFill>
                  <a:srgbClr val="000000"/>
                </a:solidFill>
                <a:effectLst/>
                <a:uFillTx/>
                <a:latin typeface="Arial"/>
              </a:rPr>
              <a:t>Seventh Outline Level</a:t>
            </a:r>
            <a:endParaRPr lang="es-MX"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1_1">
    <p:bg>
      <p:bgPr>
        <a:blipFill rotWithShape="0">
          <a:blip r:embed="rId2"/>
          <a:stretch/>
        </a:blipFill>
      </p:bgPr>
    </p:bg>
    <p:spTree>
      <p:nvGrpSpPr>
        <p:cNvPr id="1" name=""/>
        <p:cNvGrpSpPr/>
        <p:nvPr/>
      </p:nvGrpSpPr>
      <p:grpSpPr>
        <a:xfrm>
          <a:off x="0" y="0"/>
          <a:ext cx="0" cy="0"/>
          <a:chOff x="0" y="0"/>
          <a:chExt cx="0" cy="0"/>
        </a:xfrm>
      </p:grpSpPr>
      <p:pic>
        <p:nvPicPr>
          <p:cNvPr id="8" name="Google Shape;7;p1"/>
          <p:cNvPicPr/>
          <p:nvPr/>
        </p:nvPicPr>
        <p:blipFill>
          <a:blip r:embed="rId3"/>
          <a:srcRect l="0" t="0" r="0" b="47"/>
          <a:stretch/>
        </p:blipFill>
        <p:spPr>
          <a:xfrm>
            <a:off x="171360" y="4713120"/>
            <a:ext cx="1428120" cy="264600"/>
          </a:xfrm>
          <a:prstGeom prst="rect">
            <a:avLst/>
          </a:prstGeom>
          <a:noFill/>
          <a:ln w="0">
            <a:noFill/>
          </a:ln>
        </p:spPr>
      </p:pic>
      <p:sp>
        <p:nvSpPr>
          <p:cNvPr id="9" name="Google Shape;8;p1"/>
          <p:cNvSpPr/>
          <p:nvPr/>
        </p:nvSpPr>
        <p:spPr>
          <a:xfrm>
            <a:off x="5672880" y="4713120"/>
            <a:ext cx="3006000" cy="264600"/>
          </a:xfrm>
          <a:prstGeom prst="rect">
            <a:avLst/>
          </a:prstGeom>
          <a:noFill/>
          <a:ln w="0">
            <a:noFill/>
          </a:ln>
        </p:spPr>
        <p:style>
          <a:lnRef idx="0"/>
          <a:fillRef idx="0"/>
          <a:effectRef idx="0"/>
          <a:fontRef idx="minor"/>
        </p:style>
        <p:txBody>
          <a:bodyPr tIns="91440" bIns="91440" anchor="ctr">
            <a:noAutofit/>
          </a:bodyPr>
          <a:p>
            <a:pPr algn="r">
              <a:lnSpc>
                <a:spcPct val="100000"/>
              </a:lnSpc>
              <a:tabLst>
                <a:tab pos="0" algn="l"/>
              </a:tabLst>
            </a:pPr>
            <a:r>
              <a:rPr lang="es-419" sz="1000" b="0" u="none" strike="noStrike">
                <a:solidFill>
                  <a:schemeClr val="dk1"/>
                </a:solidFill>
                <a:effectLst/>
                <a:uFillTx/>
                <a:latin typeface="Inter"/>
                <a:ea typeface="Inter"/>
              </a:rPr>
              <a:t>40 años simplificando tu tesorería</a:t>
            </a:r>
            <a:endParaRPr lang="es-MX" sz="1000" b="0" u="none" strike="noStrike">
              <a:solidFill>
                <a:srgbClr val="000000"/>
              </a:solidFill>
              <a:effectLst/>
              <a:uFillTx/>
              <a:latin typeface="Arial"/>
            </a:endParaRPr>
          </a:p>
        </p:txBody>
      </p:sp>
      <p:sp>
        <p:nvSpPr>
          <p:cNvPr id="10" name="PlaceHolder 1"/>
          <p:cNvSpPr>
            <a:spLocks noGrp="1"/>
          </p:cNvSpPr>
          <p:nvPr>
            <p:ph type="sldNum" idx="2"/>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955D413B-0EAF-469F-9330-E748BE7DF467}" type="slidenum">
              <a:rPr lang="es-419" sz="800" b="1" u="none" strike="noStrike">
                <a:solidFill>
                  <a:schemeClr val="dk1"/>
                </a:solidFill>
                <a:effectLst/>
                <a:uFillTx/>
                <a:latin typeface="Inter"/>
                <a:ea typeface="Inter"/>
              </a:rPr>
              <a:t>&lt;number&gt;</a:t>
            </a:fld>
            <a:endParaRPr lang="es-MX" sz="800" b="0" u="none" strike="noStrike">
              <a:solidFill>
                <a:srgbClr val="000000"/>
              </a:solidFill>
              <a:effectLst/>
              <a:uFillTx/>
              <a:latin typeface="Times New Roman"/>
            </a:endParaRPr>
          </a:p>
        </p:txBody>
      </p:sp>
      <p:sp>
        <p:nvSpPr>
          <p:cNvPr id="11" name="PlaceHolder 2"/>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a:buNone/>
              <a:defRPr lang="es-MX" sz="1400" b="0" u="none" strike="noStrike">
                <a:solidFill>
                  <a:srgbClr val="000000"/>
                </a:solidFill>
                <a:effectLst/>
                <a:uFillTx/>
                <a:latin typeface="Arial"/>
              </a:defRPr>
            </a:lvl1pPr>
          </a:lstStyle>
          <a:p>
            <a:pPr indent="0" algn="l">
              <a:buNone/>
            </a:pPr>
            <a:r>
              <a:rPr lang="es-MX" sz="1400" b="0" u="none" strike="noStrike">
                <a:solidFill>
                  <a:srgbClr val="000000"/>
                </a:solidFill>
                <a:effectLst/>
                <a:uFillTx/>
                <a:latin typeface="Arial"/>
              </a:rPr>
              <a:t>Click to edit the title text format</a:t>
            </a:r>
            <a:endParaRPr lang="es-MX" sz="1400" b="0" u="none" strike="noStrike">
              <a:solidFill>
                <a:srgbClr val="000000"/>
              </a:solidFill>
              <a:effectLst/>
              <a:uFillTx/>
              <a:latin typeface="Arial"/>
            </a:endParaRPr>
          </a:p>
        </p:txBody>
      </p:sp>
      <p:sp>
        <p:nvSpPr>
          <p:cNvPr id="12"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s-MX"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s-MX"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s-MX"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s-MX"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s-MX"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s-MX"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s-MX"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s-MX" sz="1400" b="0" u="none" strike="noStrike">
                <a:solidFill>
                  <a:srgbClr val="000000"/>
                </a:solidFill>
                <a:effectLst/>
                <a:uFillTx/>
                <a:latin typeface="Arial"/>
              </a:rPr>
              <a:t>Click to edit the outline text format</a:t>
            </a:r>
            <a:endParaRPr lang="es-MX"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s-MX" sz="1400" b="0" u="none" strike="noStrike">
                <a:solidFill>
                  <a:srgbClr val="000000"/>
                </a:solidFill>
                <a:effectLst/>
                <a:uFillTx/>
                <a:latin typeface="Arial"/>
              </a:rPr>
              <a:t>Second Outline Level</a:t>
            </a:r>
            <a:endParaRPr lang="es-MX"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s-MX" sz="1400" b="0" u="none" strike="noStrike">
                <a:solidFill>
                  <a:srgbClr val="000000"/>
                </a:solidFill>
                <a:effectLst/>
                <a:uFillTx/>
                <a:latin typeface="Arial"/>
              </a:rPr>
              <a:t>Third Outline Level</a:t>
            </a:r>
            <a:endParaRPr lang="es-MX"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s-MX" sz="1400" b="0" u="none" strike="noStrike">
                <a:solidFill>
                  <a:srgbClr val="000000"/>
                </a:solidFill>
                <a:effectLst/>
                <a:uFillTx/>
                <a:latin typeface="Arial"/>
              </a:rPr>
              <a:t>Fourth Outline Level</a:t>
            </a:r>
            <a:endParaRPr lang="es-MX"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s-MX" sz="2000" b="0" u="none" strike="noStrike">
                <a:solidFill>
                  <a:srgbClr val="000000"/>
                </a:solidFill>
                <a:effectLst/>
                <a:uFillTx/>
                <a:latin typeface="Arial"/>
              </a:rPr>
              <a:t>Fifth Outline Level</a:t>
            </a:r>
            <a:endParaRPr lang="es-MX"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s-MX" sz="2000" b="0" u="none" strike="noStrike">
                <a:solidFill>
                  <a:srgbClr val="000000"/>
                </a:solidFill>
                <a:effectLst/>
                <a:uFillTx/>
                <a:latin typeface="Arial"/>
              </a:rPr>
              <a:t>Sixth Outline Level</a:t>
            </a:r>
            <a:endParaRPr lang="es-MX"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s-MX" sz="2000" b="0" u="none" strike="noStrike">
                <a:solidFill>
                  <a:srgbClr val="000000"/>
                </a:solidFill>
                <a:effectLst/>
                <a:uFillTx/>
                <a:latin typeface="Arial"/>
              </a:rPr>
              <a:t>Seventh Outline Level</a:t>
            </a:r>
            <a:endParaRPr lang="es-MX" sz="20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1_1_1_1">
    <p:bg>
      <p:bgPr>
        <a:blipFill rotWithShape="0">
          <a:blip r:embed="rId2"/>
          <a:stretch/>
        </a:blipFill>
      </p:bgPr>
    </p:bg>
    <p:spTree>
      <p:nvGrpSpPr>
        <p:cNvPr id="1" name=""/>
        <p:cNvGrpSpPr/>
        <p:nvPr/>
      </p:nvGrpSpPr>
      <p:grpSpPr>
        <a:xfrm>
          <a:off x="0" y="0"/>
          <a:ext cx="0" cy="0"/>
          <a:chOff x="0" y="0"/>
          <a:chExt cx="0" cy="0"/>
        </a:xfrm>
      </p:grpSpPr>
      <p:pic>
        <p:nvPicPr>
          <p:cNvPr id="13" name="Google Shape;7;p1"/>
          <p:cNvPicPr/>
          <p:nvPr/>
        </p:nvPicPr>
        <p:blipFill>
          <a:blip r:embed="rId3"/>
          <a:srcRect l="0" t="0" r="0" b="47"/>
          <a:stretch/>
        </p:blipFill>
        <p:spPr>
          <a:xfrm>
            <a:off x="171360" y="4713120"/>
            <a:ext cx="1428120" cy="264600"/>
          </a:xfrm>
          <a:prstGeom prst="rect">
            <a:avLst/>
          </a:prstGeom>
          <a:noFill/>
          <a:ln w="0">
            <a:noFill/>
          </a:ln>
        </p:spPr>
      </p:pic>
      <p:sp>
        <p:nvSpPr>
          <p:cNvPr id="14" name="Google Shape;8;p1"/>
          <p:cNvSpPr/>
          <p:nvPr/>
        </p:nvSpPr>
        <p:spPr>
          <a:xfrm>
            <a:off x="5672880" y="4713120"/>
            <a:ext cx="3006000" cy="264600"/>
          </a:xfrm>
          <a:prstGeom prst="rect">
            <a:avLst/>
          </a:prstGeom>
          <a:noFill/>
          <a:ln w="0">
            <a:noFill/>
          </a:ln>
        </p:spPr>
        <p:style>
          <a:lnRef idx="0"/>
          <a:fillRef idx="0"/>
          <a:effectRef idx="0"/>
          <a:fontRef idx="minor"/>
        </p:style>
        <p:txBody>
          <a:bodyPr tIns="91440" bIns="91440" anchor="ctr">
            <a:noAutofit/>
          </a:bodyPr>
          <a:p>
            <a:pPr algn="r">
              <a:lnSpc>
                <a:spcPct val="100000"/>
              </a:lnSpc>
              <a:tabLst>
                <a:tab pos="0" algn="l"/>
              </a:tabLst>
            </a:pPr>
            <a:r>
              <a:rPr lang="es-419" sz="1000" b="0" u="none" strike="noStrike">
                <a:solidFill>
                  <a:schemeClr val="dk1"/>
                </a:solidFill>
                <a:effectLst/>
                <a:uFillTx/>
                <a:latin typeface="Inter"/>
                <a:ea typeface="Inter"/>
              </a:rPr>
              <a:t>40 años simplificando tu tesorería</a:t>
            </a:r>
            <a:endParaRPr lang="es-MX" sz="1000" b="0" u="none" strike="noStrike">
              <a:solidFill>
                <a:srgbClr val="000000"/>
              </a:solidFill>
              <a:effectLst/>
              <a:uFillTx/>
              <a:latin typeface="Arial"/>
            </a:endParaRPr>
          </a:p>
        </p:txBody>
      </p:sp>
      <p:sp>
        <p:nvSpPr>
          <p:cNvPr id="15" name="PlaceHolder 1"/>
          <p:cNvSpPr>
            <a:spLocks noGrp="1"/>
          </p:cNvSpPr>
          <p:nvPr>
            <p:ph type="sldNum" idx="3"/>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CEADEDFC-C5D2-47B6-BE6E-615294F99F3D}" type="slidenum">
              <a:rPr lang="es-419" sz="800" b="1" u="none" strike="noStrike">
                <a:solidFill>
                  <a:schemeClr val="dk1"/>
                </a:solidFill>
                <a:effectLst/>
                <a:uFillTx/>
                <a:latin typeface="Inter"/>
                <a:ea typeface="Inter"/>
              </a:rPr>
              <a:t>&lt;number&gt;</a:t>
            </a:fld>
            <a:endParaRPr lang="es-MX" sz="800" b="0" u="none" strike="noStrike">
              <a:solidFill>
                <a:srgbClr val="000000"/>
              </a:solidFill>
              <a:effectLst/>
              <a:uFillTx/>
              <a:latin typeface="Times New Roman"/>
            </a:endParaRPr>
          </a:p>
        </p:txBody>
      </p:sp>
      <p:sp>
        <p:nvSpPr>
          <p:cNvPr id="16" name="Google Shape;16;p4"/>
          <p:cNvSpPr/>
          <p:nvPr/>
        </p:nvSpPr>
        <p:spPr>
          <a:xfrm>
            <a:off x="172080" y="179280"/>
            <a:ext cx="8799840" cy="4305960"/>
          </a:xfrm>
          <a:prstGeom prst="roundRect">
            <a:avLst>
              <a:gd name="adj" fmla="val 4052"/>
            </a:avLst>
          </a:prstGeom>
          <a:solidFill>
            <a:schemeClr val="lt1"/>
          </a:soli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17" name="PlaceHolder 2"/>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a:buNone/>
              <a:defRPr lang="es-MX" sz="1400" b="0" u="none" strike="noStrike">
                <a:solidFill>
                  <a:srgbClr val="000000"/>
                </a:solidFill>
                <a:effectLst/>
                <a:uFillTx/>
                <a:latin typeface="Arial"/>
              </a:defRPr>
            </a:lvl1pPr>
          </a:lstStyle>
          <a:p>
            <a:pPr indent="0" algn="l">
              <a:buNone/>
            </a:pPr>
            <a:r>
              <a:rPr lang="es-MX" sz="1400" b="0" u="none" strike="noStrike">
                <a:solidFill>
                  <a:srgbClr val="000000"/>
                </a:solidFill>
                <a:effectLst/>
                <a:uFillTx/>
                <a:latin typeface="Arial"/>
              </a:rPr>
              <a:t>Click to edit the title text format</a:t>
            </a:r>
            <a:endParaRPr lang="es-MX" sz="1400" b="0" u="none" strike="noStrike">
              <a:solidFill>
                <a:srgbClr val="000000"/>
              </a:solidFill>
              <a:effectLst/>
              <a:uFillTx/>
              <a:latin typeface="Arial"/>
            </a:endParaRPr>
          </a:p>
        </p:txBody>
      </p:sp>
      <p:sp>
        <p:nvSpPr>
          <p:cNvPr id="18"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s-MX"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s-MX"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s-MX"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s-MX"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s-MX"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s-MX"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s-MX"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s-MX" sz="1400" b="0" u="none" strike="noStrike">
                <a:solidFill>
                  <a:srgbClr val="000000"/>
                </a:solidFill>
                <a:effectLst/>
                <a:uFillTx/>
                <a:latin typeface="Arial"/>
              </a:rPr>
              <a:t>Click to edit the outline text format</a:t>
            </a:r>
            <a:endParaRPr lang="es-MX"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s-MX" sz="1400" b="0" u="none" strike="noStrike">
                <a:solidFill>
                  <a:srgbClr val="000000"/>
                </a:solidFill>
                <a:effectLst/>
                <a:uFillTx/>
                <a:latin typeface="Arial"/>
              </a:rPr>
              <a:t>Second Outline Level</a:t>
            </a:r>
            <a:endParaRPr lang="es-MX"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s-MX" sz="1400" b="0" u="none" strike="noStrike">
                <a:solidFill>
                  <a:srgbClr val="000000"/>
                </a:solidFill>
                <a:effectLst/>
                <a:uFillTx/>
                <a:latin typeface="Arial"/>
              </a:rPr>
              <a:t>Third Outline Level</a:t>
            </a:r>
            <a:endParaRPr lang="es-MX"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s-MX" sz="1400" b="0" u="none" strike="noStrike">
                <a:solidFill>
                  <a:srgbClr val="000000"/>
                </a:solidFill>
                <a:effectLst/>
                <a:uFillTx/>
                <a:latin typeface="Arial"/>
              </a:rPr>
              <a:t>Fourth Outline Level</a:t>
            </a:r>
            <a:endParaRPr lang="es-MX"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s-MX" sz="2000" b="0" u="none" strike="noStrike">
                <a:solidFill>
                  <a:srgbClr val="000000"/>
                </a:solidFill>
                <a:effectLst/>
                <a:uFillTx/>
                <a:latin typeface="Arial"/>
              </a:rPr>
              <a:t>Fifth Outline Level</a:t>
            </a:r>
            <a:endParaRPr lang="es-MX"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s-MX" sz="2000" b="0" u="none" strike="noStrike">
                <a:solidFill>
                  <a:srgbClr val="000000"/>
                </a:solidFill>
                <a:effectLst/>
                <a:uFillTx/>
                <a:latin typeface="Arial"/>
              </a:rPr>
              <a:t>Sixth Outline Level</a:t>
            </a:r>
            <a:endParaRPr lang="es-MX"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s-MX" sz="2000" b="0" u="none" strike="noStrike">
                <a:solidFill>
                  <a:srgbClr val="000000"/>
                </a:solidFill>
                <a:effectLst/>
                <a:uFillTx/>
                <a:latin typeface="Arial"/>
              </a:rPr>
              <a:t>Seventh Outline Level</a:t>
            </a:r>
            <a:endParaRPr lang="es-MX" sz="20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_1_3_2">
    <p:bg>
      <p:bgPr>
        <a:solidFill>
          <a:schemeClr val="lt2"/>
        </a:solidFill>
      </p:bgPr>
    </p:bg>
    <p:spTree>
      <p:nvGrpSpPr>
        <p:cNvPr id="1" name=""/>
        <p:cNvGrpSpPr/>
        <p:nvPr/>
      </p:nvGrpSpPr>
      <p:grpSpPr>
        <a:xfrm>
          <a:off x="0" y="0"/>
          <a:ext cx="0" cy="0"/>
          <a:chOff x="0" y="0"/>
          <a:chExt cx="0" cy="0"/>
        </a:xfrm>
      </p:grpSpPr>
      <p:pic>
        <p:nvPicPr>
          <p:cNvPr id="19" name="Google Shape;7;p1"/>
          <p:cNvPicPr/>
          <p:nvPr/>
        </p:nvPicPr>
        <p:blipFill>
          <a:blip r:embed="rId2"/>
          <a:srcRect l="0" t="0" r="0" b="47"/>
          <a:stretch/>
        </p:blipFill>
        <p:spPr>
          <a:xfrm>
            <a:off x="171360" y="4713120"/>
            <a:ext cx="1428120" cy="264600"/>
          </a:xfrm>
          <a:prstGeom prst="rect">
            <a:avLst/>
          </a:prstGeom>
          <a:noFill/>
          <a:ln w="0">
            <a:noFill/>
          </a:ln>
        </p:spPr>
      </p:pic>
      <p:sp>
        <p:nvSpPr>
          <p:cNvPr id="20" name="Google Shape;8;p1"/>
          <p:cNvSpPr/>
          <p:nvPr/>
        </p:nvSpPr>
        <p:spPr>
          <a:xfrm>
            <a:off x="5672880" y="4713120"/>
            <a:ext cx="3006000" cy="264600"/>
          </a:xfrm>
          <a:prstGeom prst="rect">
            <a:avLst/>
          </a:prstGeom>
          <a:noFill/>
          <a:ln w="0">
            <a:noFill/>
          </a:ln>
        </p:spPr>
        <p:style>
          <a:lnRef idx="0"/>
          <a:fillRef idx="0"/>
          <a:effectRef idx="0"/>
          <a:fontRef idx="minor"/>
        </p:style>
        <p:txBody>
          <a:bodyPr tIns="91440" bIns="91440" anchor="ctr">
            <a:noAutofit/>
          </a:bodyPr>
          <a:p>
            <a:pPr algn="r">
              <a:lnSpc>
                <a:spcPct val="100000"/>
              </a:lnSpc>
              <a:tabLst>
                <a:tab pos="0" algn="l"/>
              </a:tabLst>
            </a:pPr>
            <a:r>
              <a:rPr lang="es-419" sz="1000" b="0" u="none" strike="noStrike">
                <a:solidFill>
                  <a:schemeClr val="dk1"/>
                </a:solidFill>
                <a:effectLst/>
                <a:uFillTx/>
                <a:latin typeface="Inter"/>
                <a:ea typeface="Inter"/>
              </a:rPr>
              <a:t>40 años simplificando tu tesorería</a:t>
            </a:r>
            <a:endParaRPr lang="es-MX" sz="1000" b="0" u="none" strike="noStrike">
              <a:solidFill>
                <a:srgbClr val="000000"/>
              </a:solidFill>
              <a:effectLst/>
              <a:uFillTx/>
              <a:latin typeface="Arial"/>
            </a:endParaRPr>
          </a:p>
        </p:txBody>
      </p:sp>
      <p:sp>
        <p:nvSpPr>
          <p:cNvPr id="21" name="PlaceHolder 1"/>
          <p:cNvSpPr>
            <a:spLocks noGrp="1"/>
          </p:cNvSpPr>
          <p:nvPr>
            <p:ph type="sldNum" idx="4"/>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CFF06B13-543D-4A5E-B370-AA4203BD623D}" type="slidenum">
              <a:rPr lang="es-419" sz="800" b="1" u="none" strike="noStrike">
                <a:solidFill>
                  <a:schemeClr val="dk1"/>
                </a:solidFill>
                <a:effectLst/>
                <a:uFillTx/>
                <a:latin typeface="Inter"/>
                <a:ea typeface="Inter"/>
              </a:rPr>
              <a:t>&lt;number&gt;</a:t>
            </a:fld>
            <a:endParaRPr lang="es-MX" sz="800" b="0" u="none" strike="noStrike">
              <a:solidFill>
                <a:srgbClr val="000000"/>
              </a:solidFill>
              <a:effectLst/>
              <a:uFillTx/>
              <a:latin typeface="Times New Roman"/>
            </a:endParaRPr>
          </a:p>
        </p:txBody>
      </p:sp>
      <p:sp>
        <p:nvSpPr>
          <p:cNvPr id="22" name="PlaceHolder 2"/>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a:buNone/>
              <a:defRPr lang="es-MX" sz="1400" b="0" u="none" strike="noStrike">
                <a:solidFill>
                  <a:srgbClr val="000000"/>
                </a:solidFill>
                <a:effectLst/>
                <a:uFillTx/>
                <a:latin typeface="Arial"/>
              </a:defRPr>
            </a:lvl1pPr>
          </a:lstStyle>
          <a:p>
            <a:pPr indent="0" algn="l">
              <a:buNone/>
            </a:pPr>
            <a:r>
              <a:rPr lang="es-MX" sz="1400" b="0" u="none" strike="noStrike">
                <a:solidFill>
                  <a:srgbClr val="000000"/>
                </a:solidFill>
                <a:effectLst/>
                <a:uFillTx/>
                <a:latin typeface="Arial"/>
              </a:rPr>
              <a:t>Click to edit the title text format</a:t>
            </a:r>
            <a:endParaRPr lang="es-MX" sz="1400" b="0" u="none" strike="noStrike">
              <a:solidFill>
                <a:srgbClr val="000000"/>
              </a:solidFill>
              <a:effectLst/>
              <a:uFillTx/>
              <a:latin typeface="Arial"/>
            </a:endParaRPr>
          </a:p>
        </p:txBody>
      </p:sp>
      <p:sp>
        <p:nvSpPr>
          <p:cNvPr id="23"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s-MX"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s-MX"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s-MX"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s-MX"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s-MX"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s-MX"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s-MX"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s-MX" sz="1400" b="0" u="none" strike="noStrike">
                <a:solidFill>
                  <a:srgbClr val="000000"/>
                </a:solidFill>
                <a:effectLst/>
                <a:uFillTx/>
                <a:latin typeface="Arial"/>
              </a:rPr>
              <a:t>Click to edit the outline text format</a:t>
            </a:r>
            <a:endParaRPr lang="es-MX"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s-MX" sz="1400" b="0" u="none" strike="noStrike">
                <a:solidFill>
                  <a:srgbClr val="000000"/>
                </a:solidFill>
                <a:effectLst/>
                <a:uFillTx/>
                <a:latin typeface="Arial"/>
              </a:rPr>
              <a:t>Second Outline Level</a:t>
            </a:r>
            <a:endParaRPr lang="es-MX"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s-MX" sz="1400" b="0" u="none" strike="noStrike">
                <a:solidFill>
                  <a:srgbClr val="000000"/>
                </a:solidFill>
                <a:effectLst/>
                <a:uFillTx/>
                <a:latin typeface="Arial"/>
              </a:rPr>
              <a:t>Third Outline Level</a:t>
            </a:r>
            <a:endParaRPr lang="es-MX"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s-MX" sz="1400" b="0" u="none" strike="noStrike">
                <a:solidFill>
                  <a:srgbClr val="000000"/>
                </a:solidFill>
                <a:effectLst/>
                <a:uFillTx/>
                <a:latin typeface="Arial"/>
              </a:rPr>
              <a:t>Fourth Outline Level</a:t>
            </a:r>
            <a:endParaRPr lang="es-MX"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s-MX" sz="2000" b="0" u="none" strike="noStrike">
                <a:solidFill>
                  <a:srgbClr val="000000"/>
                </a:solidFill>
                <a:effectLst/>
                <a:uFillTx/>
                <a:latin typeface="Arial"/>
              </a:rPr>
              <a:t>Fifth Outline Level</a:t>
            </a:r>
            <a:endParaRPr lang="es-MX"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s-MX" sz="2000" b="0" u="none" strike="noStrike">
                <a:solidFill>
                  <a:srgbClr val="000000"/>
                </a:solidFill>
                <a:effectLst/>
                <a:uFillTx/>
                <a:latin typeface="Arial"/>
              </a:rPr>
              <a:t>Sixth Outline Level</a:t>
            </a:r>
            <a:endParaRPr lang="es-MX"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s-MX" sz="2000" b="0" u="none" strike="noStrike">
                <a:solidFill>
                  <a:srgbClr val="000000"/>
                </a:solidFill>
                <a:effectLst/>
                <a:uFillTx/>
                <a:latin typeface="Arial"/>
              </a:rPr>
              <a:t>Seventh Outline Level</a:t>
            </a:r>
            <a:endParaRPr lang="es-MX" sz="20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pic>
        <p:nvPicPr>
          <p:cNvPr id="24" name="Google Shape;7;p1"/>
          <p:cNvPicPr/>
          <p:nvPr/>
        </p:nvPicPr>
        <p:blipFill>
          <a:blip r:embed="rId2"/>
          <a:srcRect l="0" t="0" r="0" b="47"/>
          <a:stretch/>
        </p:blipFill>
        <p:spPr>
          <a:xfrm>
            <a:off x="171360" y="4713120"/>
            <a:ext cx="1428120" cy="264600"/>
          </a:xfrm>
          <a:prstGeom prst="rect">
            <a:avLst/>
          </a:prstGeom>
          <a:noFill/>
          <a:ln w="0">
            <a:noFill/>
          </a:ln>
        </p:spPr>
      </p:pic>
      <p:sp>
        <p:nvSpPr>
          <p:cNvPr id="25" name="Google Shape;8;p1"/>
          <p:cNvSpPr/>
          <p:nvPr/>
        </p:nvSpPr>
        <p:spPr>
          <a:xfrm>
            <a:off x="5672880" y="4713120"/>
            <a:ext cx="3006000" cy="264600"/>
          </a:xfrm>
          <a:prstGeom prst="rect">
            <a:avLst/>
          </a:prstGeom>
          <a:noFill/>
          <a:ln w="0">
            <a:noFill/>
          </a:ln>
        </p:spPr>
        <p:style>
          <a:lnRef idx="0"/>
          <a:fillRef idx="0"/>
          <a:effectRef idx="0"/>
          <a:fontRef idx="minor"/>
        </p:style>
        <p:txBody>
          <a:bodyPr tIns="91440" bIns="91440" anchor="ctr">
            <a:noAutofit/>
          </a:bodyPr>
          <a:p>
            <a:pPr algn="r">
              <a:lnSpc>
                <a:spcPct val="100000"/>
              </a:lnSpc>
              <a:tabLst>
                <a:tab pos="0" algn="l"/>
              </a:tabLst>
            </a:pPr>
            <a:r>
              <a:rPr lang="es-419" sz="1000" b="0" u="none" strike="noStrike">
                <a:solidFill>
                  <a:schemeClr val="dk1"/>
                </a:solidFill>
                <a:effectLst/>
                <a:uFillTx/>
                <a:latin typeface="Inter"/>
                <a:ea typeface="Inter"/>
              </a:rPr>
              <a:t>40 años simplificando tu tesorería</a:t>
            </a:r>
            <a:endParaRPr lang="es-MX" sz="1000" b="0" u="none" strike="noStrike">
              <a:solidFill>
                <a:srgbClr val="000000"/>
              </a:solidFill>
              <a:effectLst/>
              <a:uFillTx/>
              <a:latin typeface="Arial"/>
            </a:endParaRPr>
          </a:p>
        </p:txBody>
      </p:sp>
      <p:sp>
        <p:nvSpPr>
          <p:cNvPr id="26" name="PlaceHolder 1"/>
          <p:cNvSpPr>
            <a:spLocks noGrp="1"/>
          </p:cNvSpPr>
          <p:nvPr>
            <p:ph type="sldNum" idx="5"/>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11AD0E1C-247A-4617-AEC5-EFB8F096662E}" type="slidenum">
              <a:rPr lang="es-419" sz="800" b="1" u="none" strike="noStrike">
                <a:solidFill>
                  <a:schemeClr val="dk1"/>
                </a:solidFill>
                <a:effectLst/>
                <a:uFillTx/>
                <a:latin typeface="Inter"/>
                <a:ea typeface="Inter"/>
              </a:rPr>
              <a:t>&lt;number&gt;</a:t>
            </a:fld>
            <a:endParaRPr lang="es-MX" sz="800" b="0" u="none" strike="noStrike">
              <a:solidFill>
                <a:srgbClr val="000000"/>
              </a:solidFill>
              <a:effectLst/>
              <a:uFillTx/>
              <a:latin typeface="Times New Roman"/>
            </a:endParaRPr>
          </a:p>
        </p:txBody>
      </p:sp>
      <p:sp>
        <p:nvSpPr>
          <p:cNvPr id="27" name="PlaceHolder 2"/>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a:buNone/>
              <a:defRPr lang="es-MX" sz="1400" b="0" u="none" strike="noStrike">
                <a:solidFill>
                  <a:srgbClr val="000000"/>
                </a:solidFill>
                <a:effectLst/>
                <a:uFillTx/>
                <a:latin typeface="Arial"/>
              </a:defRPr>
            </a:lvl1pPr>
          </a:lstStyle>
          <a:p>
            <a:pPr indent="0" algn="l">
              <a:buNone/>
            </a:pPr>
            <a:r>
              <a:rPr lang="es-MX" sz="1400" b="0" u="none" strike="noStrike">
                <a:solidFill>
                  <a:srgbClr val="000000"/>
                </a:solidFill>
                <a:effectLst/>
                <a:uFillTx/>
                <a:latin typeface="Arial"/>
              </a:rPr>
              <a:t>Click to edit the title text format</a:t>
            </a:r>
            <a:endParaRPr lang="es-MX" sz="1400" b="0" u="none" strike="noStrike">
              <a:solidFill>
                <a:srgbClr val="000000"/>
              </a:solidFill>
              <a:effectLst/>
              <a:uFillTx/>
              <a:latin typeface="Arial"/>
            </a:endParaRPr>
          </a:p>
        </p:txBody>
      </p:sp>
      <p:sp>
        <p:nvSpPr>
          <p:cNvPr id="28"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s-MX"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s-MX"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s-MX"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s-MX"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s-MX"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s-MX"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s-MX"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s-MX" sz="1400" b="0" u="none" strike="noStrike">
                <a:solidFill>
                  <a:srgbClr val="000000"/>
                </a:solidFill>
                <a:effectLst/>
                <a:uFillTx/>
                <a:latin typeface="Arial"/>
              </a:rPr>
              <a:t>Click to edit the outline text format</a:t>
            </a:r>
            <a:endParaRPr lang="es-MX" sz="14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s-MX" sz="1400" b="0" u="none" strike="noStrike">
                <a:solidFill>
                  <a:srgbClr val="000000"/>
                </a:solidFill>
                <a:effectLst/>
                <a:uFillTx/>
                <a:latin typeface="Arial"/>
              </a:rPr>
              <a:t>Second Outline Level</a:t>
            </a:r>
            <a:endParaRPr lang="es-MX" sz="14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s-MX" sz="1400" b="0" u="none" strike="noStrike">
                <a:solidFill>
                  <a:srgbClr val="000000"/>
                </a:solidFill>
                <a:effectLst/>
                <a:uFillTx/>
                <a:latin typeface="Arial"/>
              </a:rPr>
              <a:t>Third Outline Level</a:t>
            </a:r>
            <a:endParaRPr lang="es-MX" sz="1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s-MX" sz="1400" b="0" u="none" strike="noStrike">
                <a:solidFill>
                  <a:srgbClr val="000000"/>
                </a:solidFill>
                <a:effectLst/>
                <a:uFillTx/>
                <a:latin typeface="Arial"/>
              </a:rPr>
              <a:t>Fourth Outline Level</a:t>
            </a:r>
            <a:endParaRPr lang="es-MX" sz="14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s-MX" sz="2000" b="0" u="none" strike="noStrike">
                <a:solidFill>
                  <a:srgbClr val="000000"/>
                </a:solidFill>
                <a:effectLst/>
                <a:uFillTx/>
                <a:latin typeface="Arial"/>
              </a:rPr>
              <a:t>Fifth Outline Level</a:t>
            </a:r>
            <a:endParaRPr lang="es-MX"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s-MX" sz="2000" b="0" u="none" strike="noStrike">
                <a:solidFill>
                  <a:srgbClr val="000000"/>
                </a:solidFill>
                <a:effectLst/>
                <a:uFillTx/>
                <a:latin typeface="Arial"/>
              </a:rPr>
              <a:t>Sixth Outline Level</a:t>
            </a:r>
            <a:endParaRPr lang="es-MX"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s-MX" sz="2000" b="0" u="none" strike="noStrike">
                <a:solidFill>
                  <a:srgbClr val="000000"/>
                </a:solidFill>
                <a:effectLst/>
                <a:uFillTx/>
                <a:latin typeface="Arial"/>
              </a:rPr>
              <a:t>Seventh Outline Level</a:t>
            </a:r>
            <a:endParaRPr lang="es-MX" sz="20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pic>
        <p:nvPicPr>
          <p:cNvPr id="29" name="Google Shape;7;p1"/>
          <p:cNvPicPr/>
          <p:nvPr/>
        </p:nvPicPr>
        <p:blipFill>
          <a:blip r:embed="rId2"/>
          <a:srcRect l="0" t="0" r="0" b="47"/>
          <a:stretch/>
        </p:blipFill>
        <p:spPr>
          <a:xfrm>
            <a:off x="171360" y="4713120"/>
            <a:ext cx="1428120" cy="264600"/>
          </a:xfrm>
          <a:prstGeom prst="rect">
            <a:avLst/>
          </a:prstGeom>
          <a:noFill/>
          <a:ln w="0">
            <a:noFill/>
          </a:ln>
        </p:spPr>
      </p:pic>
      <p:sp>
        <p:nvSpPr>
          <p:cNvPr id="30" name="Google Shape;8;p1"/>
          <p:cNvSpPr/>
          <p:nvPr/>
        </p:nvSpPr>
        <p:spPr>
          <a:xfrm>
            <a:off x="5672880" y="4713120"/>
            <a:ext cx="3006000" cy="264600"/>
          </a:xfrm>
          <a:prstGeom prst="rect">
            <a:avLst/>
          </a:prstGeom>
          <a:noFill/>
          <a:ln w="0">
            <a:noFill/>
          </a:ln>
        </p:spPr>
        <p:style>
          <a:lnRef idx="0"/>
          <a:fillRef idx="0"/>
          <a:effectRef idx="0"/>
          <a:fontRef idx="minor"/>
        </p:style>
        <p:txBody>
          <a:bodyPr tIns="91440" bIns="91440" anchor="ctr">
            <a:noAutofit/>
          </a:bodyPr>
          <a:p>
            <a:pPr algn="r">
              <a:lnSpc>
                <a:spcPct val="100000"/>
              </a:lnSpc>
              <a:tabLst>
                <a:tab pos="0" algn="l"/>
              </a:tabLst>
            </a:pPr>
            <a:r>
              <a:rPr lang="es-419" sz="1000" b="0" u="none" strike="noStrike">
                <a:solidFill>
                  <a:schemeClr val="dk1"/>
                </a:solidFill>
                <a:effectLst/>
                <a:uFillTx/>
                <a:latin typeface="Inter"/>
                <a:ea typeface="Inter"/>
              </a:rPr>
              <a:t>40 años simplificando tu tesorería</a:t>
            </a:r>
            <a:endParaRPr lang="es-MX" sz="1000" b="0" u="none" strike="noStrike">
              <a:solidFill>
                <a:srgbClr val="000000"/>
              </a:solidFill>
              <a:effectLst/>
              <a:uFillTx/>
              <a:latin typeface="Arial"/>
            </a:endParaRPr>
          </a:p>
        </p:txBody>
      </p:sp>
      <p:pic>
        <p:nvPicPr>
          <p:cNvPr id="31" name="Google Shape;22;p7"/>
          <p:cNvPicPr/>
          <p:nvPr/>
        </p:nvPicPr>
        <p:blipFill>
          <a:blip r:embed="rId3"/>
          <a:stretch/>
        </p:blipFill>
        <p:spPr>
          <a:xfrm>
            <a:off x="0" y="0"/>
            <a:ext cx="9143640" cy="5143320"/>
          </a:xfrm>
          <a:prstGeom prst="rect">
            <a:avLst/>
          </a:prstGeom>
          <a:noFill/>
          <a:ln w="0">
            <a:noFill/>
          </a:ln>
        </p:spPr>
      </p:pic>
      <p:sp>
        <p:nvSpPr>
          <p:cNvPr id="32" name="Google Shape;23;p7"/>
          <p:cNvSpPr/>
          <p:nvPr/>
        </p:nvSpPr>
        <p:spPr>
          <a:xfrm>
            <a:off x="928800" y="711000"/>
            <a:ext cx="7286400" cy="3721320"/>
          </a:xfrm>
          <a:prstGeom prst="roundRect">
            <a:avLst>
              <a:gd name="adj" fmla="val 6637"/>
            </a:avLst>
          </a:prstGeom>
          <a:solidFill>
            <a:schemeClr val="lt1"/>
          </a:soli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33" name="PlaceHolder 1"/>
          <p:cNvSpPr>
            <a:spLocks noGrp="1"/>
          </p:cNvSpPr>
          <p:nvPr>
            <p:ph type="title" hasCustomPrompt="1"/>
          </p:nvPr>
        </p:nvSpPr>
        <p:spPr>
          <a:xfrm>
            <a:off x="1077840" y="1106280"/>
            <a:ext cx="6988320" cy="1963080"/>
          </a:xfrm>
          <a:prstGeom prst="rect">
            <a:avLst/>
          </a:prstGeom>
          <a:noFill/>
          <a:ln w="0">
            <a:noFill/>
          </a:ln>
        </p:spPr>
        <p:txBody>
          <a:bodyPr lIns="162000" tIns="90000" rIns="162000" bIns="90000" anchor="b">
            <a:normAutofit lnSpcReduction="9999"/>
          </a:bodyPr>
          <a:lstStyle>
            <a:lvl1pPr indent="0" algn="ctr">
              <a:lnSpc>
                <a:spcPct val="100000"/>
              </a:lnSpc>
              <a:buNone/>
              <a:defRPr lang="es-MX" sz="12000" b="0" u="none" strike="noStrike">
                <a:solidFill>
                  <a:srgbClr val="000000"/>
                </a:solidFill>
                <a:effectLst/>
                <a:uFillTx/>
                <a:latin typeface="Arial"/>
                <a:ea typeface="Arial"/>
              </a:defRPr>
            </a:lvl1pPr>
          </a:lstStyle>
          <a:p>
            <a:pPr indent="0" algn="ctr">
              <a:lnSpc>
                <a:spcPct val="100000"/>
              </a:lnSpc>
              <a:buNone/>
            </a:pPr>
            <a:r>
              <a:rPr lang="es-MX" sz="12000" b="0" u="none" strike="noStrike">
                <a:solidFill>
                  <a:srgbClr val="000000"/>
                </a:solidFill>
                <a:effectLst/>
                <a:uFillTx/>
                <a:latin typeface="Arial"/>
                <a:ea typeface="Arial"/>
              </a:rPr>
              <a:t>xx%</a:t>
            </a:r>
            <a:endParaRPr lang="es-MX" sz="12000" b="0" u="none" strike="noStrike">
              <a:solidFill>
                <a:srgbClr val="000000"/>
              </a:solidFill>
              <a:effectLst/>
              <a:uFillTx/>
              <a:latin typeface="Arial"/>
            </a:endParaRPr>
          </a:p>
        </p:txBody>
      </p:sp>
      <p:sp>
        <p:nvSpPr>
          <p:cNvPr id="34" name="PlaceHolder 2"/>
          <p:cNvSpPr>
            <a:spLocks noGrp="1"/>
          </p:cNvSpPr>
          <p:nvPr>
            <p:ph type="body"/>
          </p:nvPr>
        </p:nvSpPr>
        <p:spPr>
          <a:xfrm>
            <a:off x="1044000" y="3152160"/>
            <a:ext cx="7055640" cy="2108160"/>
          </a:xfrm>
          <a:prstGeom prst="rect">
            <a:avLst/>
          </a:prstGeom>
          <a:noFill/>
          <a:ln w="0">
            <a:noFill/>
          </a:ln>
        </p:spPr>
        <p:txBody>
          <a:bodyPr lIns="162000" tIns="90000" rIns="162000" bIns="91440" anchor="t">
            <a:spAutoFit/>
          </a:bodyPr>
          <a:lstStyle>
            <a:lvl1pPr algn="l">
              <a:spcBef>
                <a:spcPts val="1417"/>
              </a:spcBef>
              <a:buClr>
                <a:srgbClr val="000000"/>
              </a:buClr>
              <a:buSzPct val="45000"/>
              <a:buFont typeface="Wingdings" charset="2"/>
              <a:buChar char=""/>
              <a:defRPr lang="es-MX"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s-MX"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s-MX"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s-MX"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s-MX" sz="14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s-MX" sz="14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s-MX" sz="1400" b="0" u="none" strike="noStrike">
                <a:solidFill>
                  <a:srgbClr val="000000"/>
                </a:solidFill>
                <a:effectLst/>
                <a:uFillTx/>
                <a:latin typeface="Arial"/>
              </a:defRPr>
            </a:lvl7pPr>
          </a:lstStyle>
          <a:p>
            <a:pPr marL="457200" indent="-343080" algn="l">
              <a:spcBef>
                <a:spcPts val="1417"/>
              </a:spcBef>
              <a:buClr>
                <a:srgbClr val="000000"/>
              </a:buClr>
              <a:buSzPct val="45000"/>
              <a:buFont typeface="Wingdings" charset="2"/>
              <a:buChar char=""/>
            </a:pPr>
            <a:r>
              <a:rPr lang="es-MX" sz="1400" b="0" u="none" strike="noStrike">
                <a:solidFill>
                  <a:srgbClr val="000000"/>
                </a:solidFill>
                <a:effectLst/>
                <a:uFillTx/>
                <a:latin typeface="Arial"/>
              </a:rPr>
              <a:t>Click to edit the outline text format</a:t>
            </a:r>
            <a:endParaRPr lang="es-MX" sz="1400" b="0" u="none" strike="noStrike">
              <a:solidFill>
                <a:srgbClr val="000000"/>
              </a:solidFill>
              <a:effectLst/>
              <a:uFillTx/>
              <a:latin typeface="Arial"/>
            </a:endParaRPr>
          </a:p>
          <a:p>
            <a:pPr marL="914400" lvl="1" indent="-317520" algn="l">
              <a:spcBef>
                <a:spcPts val="1134"/>
              </a:spcBef>
              <a:buClr>
                <a:srgbClr val="000000"/>
              </a:buClr>
              <a:buSzPct val="75000"/>
              <a:buFont typeface="Symbol" charset="2"/>
              <a:buChar char=""/>
            </a:pPr>
            <a:r>
              <a:rPr lang="es-MX" sz="1400" b="0" u="none" strike="noStrike">
                <a:solidFill>
                  <a:srgbClr val="000000"/>
                </a:solidFill>
                <a:effectLst/>
                <a:uFillTx/>
                <a:latin typeface="Arial"/>
              </a:rPr>
              <a:t>Second Outline Level</a:t>
            </a:r>
            <a:endParaRPr lang="es-MX" sz="1400" b="0" u="none" strike="noStrike">
              <a:solidFill>
                <a:srgbClr val="000000"/>
              </a:solidFill>
              <a:effectLst/>
              <a:uFillTx/>
              <a:latin typeface="Arial"/>
            </a:endParaRPr>
          </a:p>
          <a:p>
            <a:pPr marL="1371600" lvl="2" indent="-317520" algn="l">
              <a:spcBef>
                <a:spcPts val="850"/>
              </a:spcBef>
              <a:buClr>
                <a:srgbClr val="000000"/>
              </a:buClr>
              <a:buSzPct val="45000"/>
              <a:buFont typeface="Wingdings" charset="2"/>
              <a:buChar char=""/>
            </a:pPr>
            <a:r>
              <a:rPr lang="es-MX" sz="1400" b="0" u="none" strike="noStrike">
                <a:solidFill>
                  <a:srgbClr val="000000"/>
                </a:solidFill>
                <a:effectLst/>
                <a:uFillTx/>
                <a:latin typeface="Arial"/>
              </a:rPr>
              <a:t>Third Outline Level</a:t>
            </a:r>
            <a:endParaRPr lang="es-MX" sz="1400" b="0" u="none" strike="noStrike">
              <a:solidFill>
                <a:srgbClr val="000000"/>
              </a:solidFill>
              <a:effectLst/>
              <a:uFillTx/>
              <a:latin typeface="Arial"/>
            </a:endParaRPr>
          </a:p>
          <a:p>
            <a:pPr marL="1828800" lvl="3" indent="-317520" algn="l">
              <a:spcBef>
                <a:spcPts val="567"/>
              </a:spcBef>
              <a:buClr>
                <a:srgbClr val="000000"/>
              </a:buClr>
              <a:buSzPct val="75000"/>
              <a:buFont typeface="Symbol" charset="2"/>
              <a:buChar char=""/>
            </a:pPr>
            <a:r>
              <a:rPr lang="es-MX" sz="1400" b="0" u="none" strike="noStrike">
                <a:solidFill>
                  <a:srgbClr val="000000"/>
                </a:solidFill>
                <a:effectLst/>
                <a:uFillTx/>
                <a:latin typeface="Arial"/>
              </a:rPr>
              <a:t>Fourth Outline Level</a:t>
            </a:r>
            <a:endParaRPr lang="es-MX" sz="1400" b="0" u="none" strike="noStrike">
              <a:solidFill>
                <a:srgbClr val="000000"/>
              </a:solidFill>
              <a:effectLst/>
              <a:uFillTx/>
              <a:latin typeface="Arial"/>
            </a:endParaRPr>
          </a:p>
          <a:p>
            <a:pPr marL="2286000" lvl="4" indent="-317520" algn="l">
              <a:spcBef>
                <a:spcPts val="283"/>
              </a:spcBef>
              <a:buClr>
                <a:srgbClr val="000000"/>
              </a:buClr>
              <a:buSzPct val="45000"/>
              <a:buFont typeface="Wingdings" charset="2"/>
              <a:buChar char=""/>
            </a:pPr>
            <a:r>
              <a:rPr lang="es-MX" sz="1400" b="0" u="none" strike="noStrike">
                <a:solidFill>
                  <a:srgbClr val="000000"/>
                </a:solidFill>
                <a:effectLst/>
                <a:uFillTx/>
                <a:latin typeface="Arial"/>
              </a:rPr>
              <a:t>Fifth Outline Level</a:t>
            </a:r>
            <a:endParaRPr lang="es-MX" sz="1400" b="0" u="none" strike="noStrike">
              <a:solidFill>
                <a:srgbClr val="000000"/>
              </a:solidFill>
              <a:effectLst/>
              <a:uFillTx/>
              <a:latin typeface="Arial"/>
            </a:endParaRPr>
          </a:p>
          <a:p>
            <a:pPr marL="2743200" lvl="5" indent="-317520" algn="l">
              <a:spcBef>
                <a:spcPts val="283"/>
              </a:spcBef>
              <a:buClr>
                <a:srgbClr val="000000"/>
              </a:buClr>
              <a:buSzPct val="45000"/>
              <a:buFont typeface="Wingdings" charset="2"/>
              <a:buChar char=""/>
            </a:pPr>
            <a:r>
              <a:rPr lang="es-MX" sz="1400" b="0" u="none" strike="noStrike">
                <a:solidFill>
                  <a:srgbClr val="000000"/>
                </a:solidFill>
                <a:effectLst/>
                <a:uFillTx/>
                <a:latin typeface="Arial"/>
              </a:rPr>
              <a:t>Sixth Outline Level</a:t>
            </a:r>
            <a:endParaRPr lang="es-MX" sz="1400" b="0" u="none" strike="noStrike">
              <a:solidFill>
                <a:srgbClr val="000000"/>
              </a:solidFill>
              <a:effectLst/>
              <a:uFillTx/>
              <a:latin typeface="Arial"/>
            </a:endParaRPr>
          </a:p>
          <a:p>
            <a:pPr marL="3200400" lvl="6" indent="-317520" algn="l">
              <a:spcBef>
                <a:spcPts val="283"/>
              </a:spcBef>
              <a:buClr>
                <a:srgbClr val="000000"/>
              </a:buClr>
              <a:buSzPct val="45000"/>
              <a:buFont typeface="Wingdings" charset="2"/>
              <a:buChar char=""/>
            </a:pPr>
            <a:r>
              <a:rPr lang="es-MX" sz="1400" b="0" u="none" strike="noStrike">
                <a:solidFill>
                  <a:srgbClr val="000000"/>
                </a:solidFill>
                <a:effectLst/>
                <a:uFillTx/>
                <a:latin typeface="Arial"/>
              </a:rPr>
              <a:t>Seventh Outline Level</a:t>
            </a:r>
            <a:endParaRPr lang="es-MX" sz="1400" b="0" u="none" strike="noStrike">
              <a:solidFill>
                <a:srgbClr val="000000"/>
              </a:solidFill>
              <a:effectLst/>
              <a:uFillTx/>
              <a:latin typeface="Arial"/>
            </a:endParaRPr>
          </a:p>
        </p:txBody>
      </p:sp>
      <p:sp>
        <p:nvSpPr>
          <p:cNvPr id="35" name="PlaceHolder 3"/>
          <p:cNvSpPr>
            <a:spLocks noGrp="1"/>
          </p:cNvSpPr>
          <p:nvPr>
            <p:ph type="sldNum" idx="6"/>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0" u="none" strike="noStrike">
                <a:solidFill>
                  <a:schemeClr val="dk2"/>
                </a:solidFill>
                <a:effectLst/>
                <a:uFillTx/>
                <a:latin typeface="Inter"/>
                <a:ea typeface="Inter"/>
              </a:defRPr>
            </a:lvl1pPr>
          </a:lstStyle>
          <a:p>
            <a:pPr indent="0" algn="r">
              <a:lnSpc>
                <a:spcPct val="100000"/>
              </a:lnSpc>
              <a:buNone/>
              <a:tabLst>
                <a:tab pos="0" algn="l"/>
              </a:tabLst>
            </a:pPr>
            <a:fld id="{FC18C99E-BA01-4FC0-8AB8-BEA0253A9A63}" type="slidenum">
              <a:rPr lang="es-419" sz="800" b="0" u="none" strike="noStrike">
                <a:solidFill>
                  <a:schemeClr val="dk2"/>
                </a:solidFill>
                <a:effectLst/>
                <a:uFillTx/>
                <a:latin typeface="Inter"/>
                <a:ea typeface="Inter"/>
              </a:rPr>
              <a:t>&lt;number&gt;</a:t>
            </a:fld>
            <a:endParaRPr lang="es-MX" sz="8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_1">
    <p:bg>
      <p:bgPr>
        <a:solidFill>
          <a:schemeClr val="lt1"/>
        </a:solidFill>
      </p:bgPr>
    </p:bg>
    <p:spTree>
      <p:nvGrpSpPr>
        <p:cNvPr id="1" name=""/>
        <p:cNvGrpSpPr/>
        <p:nvPr/>
      </p:nvGrpSpPr>
      <p:grpSpPr>
        <a:xfrm>
          <a:off x="0" y="0"/>
          <a:ext cx="0" cy="0"/>
          <a:chOff x="0" y="0"/>
          <a:chExt cx="0" cy="0"/>
        </a:xfrm>
      </p:grpSpPr>
      <p:pic>
        <p:nvPicPr>
          <p:cNvPr id="36" name="Google Shape;7;p1"/>
          <p:cNvPicPr/>
          <p:nvPr/>
        </p:nvPicPr>
        <p:blipFill>
          <a:blip r:embed="rId2"/>
          <a:srcRect l="0" t="0" r="0" b="47"/>
          <a:stretch/>
        </p:blipFill>
        <p:spPr>
          <a:xfrm>
            <a:off x="171360" y="4713120"/>
            <a:ext cx="1428120" cy="264600"/>
          </a:xfrm>
          <a:prstGeom prst="rect">
            <a:avLst/>
          </a:prstGeom>
          <a:noFill/>
          <a:ln w="0">
            <a:noFill/>
          </a:ln>
        </p:spPr>
      </p:pic>
      <p:sp>
        <p:nvSpPr>
          <p:cNvPr id="37" name="Google Shape;8;p1"/>
          <p:cNvSpPr/>
          <p:nvPr/>
        </p:nvSpPr>
        <p:spPr>
          <a:xfrm>
            <a:off x="5672880" y="4713120"/>
            <a:ext cx="3006000" cy="264600"/>
          </a:xfrm>
          <a:prstGeom prst="rect">
            <a:avLst/>
          </a:prstGeom>
          <a:noFill/>
          <a:ln w="0">
            <a:noFill/>
          </a:ln>
        </p:spPr>
        <p:style>
          <a:lnRef idx="0"/>
          <a:fillRef idx="0"/>
          <a:effectRef idx="0"/>
          <a:fontRef idx="minor"/>
        </p:style>
        <p:txBody>
          <a:bodyPr tIns="91440" bIns="91440" anchor="ctr">
            <a:noAutofit/>
          </a:bodyPr>
          <a:p>
            <a:pPr algn="r">
              <a:lnSpc>
                <a:spcPct val="100000"/>
              </a:lnSpc>
              <a:tabLst>
                <a:tab pos="0" algn="l"/>
              </a:tabLst>
            </a:pPr>
            <a:r>
              <a:rPr lang="es-419" sz="1000" b="0" u="none" strike="noStrike">
                <a:solidFill>
                  <a:schemeClr val="dk1"/>
                </a:solidFill>
                <a:effectLst/>
                <a:uFillTx/>
                <a:latin typeface="Inter"/>
                <a:ea typeface="Inter"/>
              </a:rPr>
              <a:t>40 años simplificando tu tesorería</a:t>
            </a:r>
            <a:endParaRPr lang="es-MX" sz="1000" b="0" u="none" strike="noStrike">
              <a:solidFill>
                <a:srgbClr val="000000"/>
              </a:solidFill>
              <a:effectLst/>
              <a:uFillTx/>
              <a:latin typeface="Arial"/>
            </a:endParaRPr>
          </a:p>
        </p:txBody>
      </p:sp>
      <p:sp>
        <p:nvSpPr>
          <p:cNvPr id="38" name="PlaceHolder 1"/>
          <p:cNvSpPr>
            <a:spLocks noGrp="1"/>
          </p:cNvSpPr>
          <p:nvPr>
            <p:ph type="body"/>
          </p:nvPr>
        </p:nvSpPr>
        <p:spPr>
          <a:xfrm>
            <a:off x="5365800" y="450360"/>
            <a:ext cx="3593880" cy="4248000"/>
          </a:xfrm>
          <a:prstGeom prst="rect">
            <a:avLst/>
          </a:prstGeom>
          <a:noFill/>
          <a:ln w="0">
            <a:noFill/>
          </a:ln>
        </p:spPr>
        <p:txBody>
          <a:bodyPr lIns="90000" tIns="45000" rIns="90000" bIns="45000" anchor="t">
            <a:normAutofit fontScale="85000" lnSpcReduction="9999"/>
          </a:bodyPr>
          <a:lstStyle>
            <a:lvl1pPr algn="l">
              <a:spcBef>
                <a:spcPts val="1417"/>
              </a:spcBef>
              <a:buClr>
                <a:srgbClr val="000000"/>
              </a:buClr>
              <a:buSzPct val="45000"/>
              <a:buFont typeface="Wingdings" charset="2"/>
              <a:buChar char=""/>
              <a:defRPr lang="es-MX"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s-MX"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s-MX"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s-MX"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s-MX"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s-MX"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s-MX"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s-MX" sz="1800" b="0" u="none" strike="noStrike">
                <a:solidFill>
                  <a:srgbClr val="000000"/>
                </a:solidFill>
                <a:effectLst/>
                <a:uFillTx/>
                <a:latin typeface="Arial"/>
              </a:rPr>
              <a:t>Click to edit the outline text format</a:t>
            </a:r>
            <a:endParaRPr lang="es-MX"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s-MX" sz="1800" b="0" u="none" strike="noStrike">
                <a:solidFill>
                  <a:srgbClr val="000000"/>
                </a:solidFill>
                <a:effectLst/>
                <a:uFillTx/>
                <a:latin typeface="Arial"/>
              </a:rPr>
              <a:t>Second Outline Level</a:t>
            </a:r>
            <a:endParaRPr lang="es-MX"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s-MX" sz="1800" b="0" u="none" strike="noStrike">
                <a:solidFill>
                  <a:srgbClr val="000000"/>
                </a:solidFill>
                <a:effectLst/>
                <a:uFillTx/>
                <a:latin typeface="Arial"/>
              </a:rPr>
              <a:t>Third Outline Level</a:t>
            </a:r>
            <a:endParaRPr lang="es-MX"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s-MX" sz="1800" b="0" u="none" strike="noStrike">
                <a:solidFill>
                  <a:srgbClr val="000000"/>
                </a:solidFill>
                <a:effectLst/>
                <a:uFillTx/>
                <a:latin typeface="Arial"/>
              </a:rPr>
              <a:t>Fourth Outline Level</a:t>
            </a:r>
            <a:endParaRPr lang="es-MX"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s-MX" sz="1800" b="0" u="none" strike="noStrike">
                <a:solidFill>
                  <a:srgbClr val="000000"/>
                </a:solidFill>
                <a:effectLst/>
                <a:uFillTx/>
                <a:latin typeface="Arial"/>
              </a:rPr>
              <a:t>Fifth Outline Level</a:t>
            </a:r>
            <a:endParaRPr lang="es-MX"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s-MX" sz="1800" b="0" u="none" strike="noStrike">
                <a:solidFill>
                  <a:srgbClr val="000000"/>
                </a:solidFill>
                <a:effectLst/>
                <a:uFillTx/>
                <a:latin typeface="Arial"/>
              </a:rPr>
              <a:t>Sixth Outline Level</a:t>
            </a:r>
            <a:endParaRPr lang="es-MX"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s-MX" sz="1800" b="0" u="none" strike="noStrike">
                <a:solidFill>
                  <a:srgbClr val="000000"/>
                </a:solidFill>
                <a:effectLst/>
                <a:uFillTx/>
                <a:latin typeface="Arial"/>
              </a:rPr>
              <a:t>Seventh Outline Level</a:t>
            </a:r>
            <a:endParaRPr lang="es-MX" sz="1800" b="0" u="none" strike="noStrike">
              <a:solidFill>
                <a:srgbClr val="000000"/>
              </a:solidFill>
              <a:effectLst/>
              <a:uFillTx/>
              <a:latin typeface="Arial"/>
            </a:endParaRPr>
          </a:p>
        </p:txBody>
      </p:sp>
      <p:sp>
        <p:nvSpPr>
          <p:cNvPr id="39" name="PlaceHolder 2"/>
          <p:cNvSpPr>
            <a:spLocks noGrp="1"/>
          </p:cNvSpPr>
          <p:nvPr>
            <p:ph type="title"/>
          </p:nvPr>
        </p:nvSpPr>
        <p:spPr>
          <a:xfrm>
            <a:off x="180000" y="774720"/>
            <a:ext cx="5085000" cy="518400"/>
          </a:xfrm>
          <a:prstGeom prst="rect">
            <a:avLst/>
          </a:prstGeom>
          <a:noFill/>
          <a:ln w="0">
            <a:noFill/>
          </a:ln>
        </p:spPr>
        <p:txBody>
          <a:bodyPr lIns="91440" tIns="91440" rIns="91440" bIns="91440" anchor="ctr">
            <a:spAutoFit/>
          </a:bodyPr>
          <a:lstStyle>
            <a:lvl1pPr indent="0" algn="l">
              <a:buNone/>
              <a:defRPr lang="es-MX" sz="2200" b="0" u="none" strike="noStrike">
                <a:solidFill>
                  <a:srgbClr val="000000"/>
                </a:solidFill>
                <a:effectLst/>
                <a:uFillTx/>
                <a:latin typeface="Arial"/>
              </a:defRPr>
            </a:lvl1pPr>
          </a:lstStyle>
          <a:p>
            <a:pPr indent="0" algn="l">
              <a:buNone/>
            </a:pPr>
            <a:r>
              <a:rPr lang="es-MX" sz="2200" b="0" u="none" strike="noStrike">
                <a:solidFill>
                  <a:srgbClr val="000000"/>
                </a:solidFill>
                <a:effectLst/>
                <a:uFillTx/>
                <a:latin typeface="Arial"/>
              </a:rPr>
              <a:t>Click to edit the title text format</a:t>
            </a:r>
            <a:endParaRPr lang="es-MX" sz="2200" b="0" u="none" strike="noStrike">
              <a:solidFill>
                <a:srgbClr val="000000"/>
              </a:solidFill>
              <a:effectLst/>
              <a:uFillTx/>
              <a:latin typeface="Arial"/>
            </a:endParaRPr>
          </a:p>
        </p:txBody>
      </p:sp>
      <p:sp>
        <p:nvSpPr>
          <p:cNvPr id="40" name="PlaceHolder 3"/>
          <p:cNvSpPr>
            <a:spLocks noGrp="1"/>
          </p:cNvSpPr>
          <p:nvPr>
            <p:ph type="body"/>
          </p:nvPr>
        </p:nvSpPr>
        <p:spPr>
          <a:xfrm>
            <a:off x="180000" y="2218680"/>
            <a:ext cx="4342320" cy="2479680"/>
          </a:xfrm>
          <a:prstGeom prst="rect">
            <a:avLst/>
          </a:prstGeom>
          <a:noFill/>
          <a:ln w="0">
            <a:noFill/>
          </a:ln>
        </p:spPr>
        <p:txBody>
          <a:bodyPr lIns="91440" tIns="91440" rIns="91440" bIns="91440" anchor="ctr">
            <a:noAutofit/>
          </a:bodyPr>
          <a:lstStyle>
            <a:lvl1pPr algn="l">
              <a:spcBef>
                <a:spcPts val="1417"/>
              </a:spcBef>
              <a:buClr>
                <a:srgbClr val="000000"/>
              </a:buClr>
              <a:buSzPct val="45000"/>
              <a:buFont typeface="Wingdings" charset="2"/>
              <a:buChar char=""/>
              <a:defRPr lang="es-MX" sz="10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s-MX" sz="10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s-MX" sz="10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s-MX" sz="1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s-MX" sz="1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s-MX" sz="1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s-MX" sz="1000" b="0" u="none" strike="noStrike">
                <a:solidFill>
                  <a:srgbClr val="000000"/>
                </a:solidFill>
                <a:effectLst/>
                <a:uFillTx/>
                <a:latin typeface="Arial"/>
              </a:defRPr>
            </a:lvl7pPr>
          </a:lstStyle>
          <a:p>
            <a:pPr marL="457200" indent="-291960" algn="l">
              <a:spcBef>
                <a:spcPts val="1417"/>
              </a:spcBef>
              <a:buClr>
                <a:srgbClr val="000000"/>
              </a:buClr>
              <a:buSzPct val="45000"/>
              <a:buFont typeface="Wingdings" charset="2"/>
              <a:buChar char=""/>
            </a:pPr>
            <a:r>
              <a:rPr lang="es-MX" sz="1000" b="0" u="none" strike="noStrike">
                <a:solidFill>
                  <a:srgbClr val="000000"/>
                </a:solidFill>
                <a:effectLst/>
                <a:uFillTx/>
                <a:latin typeface="Arial"/>
              </a:rPr>
              <a:t>Click to edit the outline text format</a:t>
            </a:r>
            <a:endParaRPr lang="es-MX" sz="1000" b="0" u="none" strike="noStrike">
              <a:solidFill>
                <a:srgbClr val="000000"/>
              </a:solidFill>
              <a:effectLst/>
              <a:uFillTx/>
              <a:latin typeface="Arial"/>
            </a:endParaRPr>
          </a:p>
          <a:p>
            <a:pPr marL="914400" lvl="1" indent="-291960" algn="l">
              <a:spcBef>
                <a:spcPts val="1134"/>
              </a:spcBef>
              <a:buClr>
                <a:srgbClr val="000000"/>
              </a:buClr>
              <a:buSzPct val="75000"/>
              <a:buFont typeface="Symbol" charset="2"/>
              <a:buChar char=""/>
            </a:pPr>
            <a:r>
              <a:rPr lang="es-MX" sz="1000" b="0" u="none" strike="noStrike">
                <a:solidFill>
                  <a:srgbClr val="000000"/>
                </a:solidFill>
                <a:effectLst/>
                <a:uFillTx/>
                <a:latin typeface="Arial"/>
              </a:rPr>
              <a:t>Second Outline Level</a:t>
            </a:r>
            <a:endParaRPr lang="es-MX" sz="1000" b="0" u="none" strike="noStrike">
              <a:solidFill>
                <a:srgbClr val="000000"/>
              </a:solidFill>
              <a:effectLst/>
              <a:uFillTx/>
              <a:latin typeface="Arial"/>
            </a:endParaRPr>
          </a:p>
          <a:p>
            <a:pPr marL="1371600" lvl="2" indent="-291960" algn="l">
              <a:spcBef>
                <a:spcPts val="850"/>
              </a:spcBef>
              <a:buClr>
                <a:srgbClr val="000000"/>
              </a:buClr>
              <a:buSzPct val="45000"/>
              <a:buFont typeface="Wingdings" charset="2"/>
              <a:buChar char=""/>
            </a:pPr>
            <a:r>
              <a:rPr lang="es-MX" sz="1000" b="0" u="none" strike="noStrike">
                <a:solidFill>
                  <a:srgbClr val="000000"/>
                </a:solidFill>
                <a:effectLst/>
                <a:uFillTx/>
                <a:latin typeface="Arial"/>
              </a:rPr>
              <a:t>Third Outline Level</a:t>
            </a:r>
            <a:endParaRPr lang="es-MX" sz="1000" b="0" u="none" strike="noStrike">
              <a:solidFill>
                <a:srgbClr val="000000"/>
              </a:solidFill>
              <a:effectLst/>
              <a:uFillTx/>
              <a:latin typeface="Arial"/>
            </a:endParaRPr>
          </a:p>
          <a:p>
            <a:pPr marL="1828800" lvl="3" indent="-291960" algn="l">
              <a:spcBef>
                <a:spcPts val="567"/>
              </a:spcBef>
              <a:buClr>
                <a:srgbClr val="000000"/>
              </a:buClr>
              <a:buSzPct val="75000"/>
              <a:buFont typeface="Symbol" charset="2"/>
              <a:buChar char=""/>
            </a:pPr>
            <a:r>
              <a:rPr lang="es-MX" sz="1000" b="0" u="none" strike="noStrike">
                <a:solidFill>
                  <a:srgbClr val="000000"/>
                </a:solidFill>
                <a:effectLst/>
                <a:uFillTx/>
                <a:latin typeface="Arial"/>
              </a:rPr>
              <a:t>Fourth Outline Level</a:t>
            </a:r>
            <a:endParaRPr lang="es-MX" sz="1000" b="0" u="none" strike="noStrike">
              <a:solidFill>
                <a:srgbClr val="000000"/>
              </a:solidFill>
              <a:effectLst/>
              <a:uFillTx/>
              <a:latin typeface="Arial"/>
            </a:endParaRPr>
          </a:p>
          <a:p>
            <a:pPr marL="2286000" lvl="4" indent="-291960" algn="l">
              <a:spcBef>
                <a:spcPts val="283"/>
              </a:spcBef>
              <a:buClr>
                <a:srgbClr val="000000"/>
              </a:buClr>
              <a:buSzPct val="45000"/>
              <a:buFont typeface="Wingdings" charset="2"/>
              <a:buChar char=""/>
            </a:pPr>
            <a:r>
              <a:rPr lang="es-MX" sz="1000" b="0" u="none" strike="noStrike">
                <a:solidFill>
                  <a:srgbClr val="000000"/>
                </a:solidFill>
                <a:effectLst/>
                <a:uFillTx/>
                <a:latin typeface="Arial"/>
              </a:rPr>
              <a:t>Fifth Outline Level</a:t>
            </a:r>
            <a:endParaRPr lang="es-MX" sz="1000" b="0" u="none" strike="noStrike">
              <a:solidFill>
                <a:srgbClr val="000000"/>
              </a:solidFill>
              <a:effectLst/>
              <a:uFillTx/>
              <a:latin typeface="Arial"/>
            </a:endParaRPr>
          </a:p>
          <a:p>
            <a:pPr marL="2743200" lvl="5" indent="-291960" algn="l">
              <a:spcBef>
                <a:spcPts val="283"/>
              </a:spcBef>
              <a:buClr>
                <a:srgbClr val="000000"/>
              </a:buClr>
              <a:buSzPct val="45000"/>
              <a:buFont typeface="Wingdings" charset="2"/>
              <a:buChar char=""/>
            </a:pPr>
            <a:r>
              <a:rPr lang="es-MX" sz="1000" b="0" u="none" strike="noStrike">
                <a:solidFill>
                  <a:srgbClr val="000000"/>
                </a:solidFill>
                <a:effectLst/>
                <a:uFillTx/>
                <a:latin typeface="Arial"/>
              </a:rPr>
              <a:t>Sixth Outline Level</a:t>
            </a:r>
            <a:endParaRPr lang="es-MX" sz="1000" b="0" u="none" strike="noStrike">
              <a:solidFill>
                <a:srgbClr val="000000"/>
              </a:solidFill>
              <a:effectLst/>
              <a:uFillTx/>
              <a:latin typeface="Arial"/>
            </a:endParaRPr>
          </a:p>
          <a:p>
            <a:pPr marL="3200400" lvl="6" indent="-291960" algn="l">
              <a:spcBef>
                <a:spcPts val="283"/>
              </a:spcBef>
              <a:buClr>
                <a:srgbClr val="000000"/>
              </a:buClr>
              <a:buSzPct val="45000"/>
              <a:buFont typeface="Wingdings" charset="2"/>
              <a:buChar char=""/>
            </a:pPr>
            <a:r>
              <a:rPr lang="es-MX" sz="1000" b="0" u="none" strike="noStrike">
                <a:solidFill>
                  <a:srgbClr val="000000"/>
                </a:solidFill>
                <a:effectLst/>
                <a:uFillTx/>
                <a:latin typeface="Arial"/>
              </a:rPr>
              <a:t>Seventh Outline Level</a:t>
            </a:r>
            <a:endParaRPr lang="es-MX" sz="1000" b="0" u="none" strike="noStrike">
              <a:solidFill>
                <a:srgbClr val="000000"/>
              </a:solidFill>
              <a:effectLst/>
              <a:uFillTx/>
              <a:latin typeface="Arial"/>
            </a:endParaRPr>
          </a:p>
        </p:txBody>
      </p:sp>
      <p:sp>
        <p:nvSpPr>
          <p:cNvPr id="41" name="PlaceHolder 4"/>
          <p:cNvSpPr>
            <a:spLocks noGrp="1"/>
          </p:cNvSpPr>
          <p:nvPr>
            <p:ph type="sldNum" idx="7"/>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BCA5D3FD-86F7-4D47-86CC-05423534FE7B}" type="slidenum">
              <a:rPr lang="es-419" sz="800" b="1" u="none" strike="noStrike">
                <a:solidFill>
                  <a:schemeClr val="dk1"/>
                </a:solidFill>
                <a:effectLst/>
                <a:uFillTx/>
                <a:latin typeface="Inter"/>
                <a:ea typeface="Inter"/>
              </a:rPr>
              <a:t>&lt;number&gt;</a:t>
            </a:fld>
            <a:endParaRPr lang="es-MX" sz="8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Lst>
</p:sldMaster>
</file>

<file path=ppt/slides/_rels/slide1.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1.png"/><Relationship Id="rId3"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hyperlink" Target="https://www.bancobase.com/site/relacion-con-inversionistas" TargetMode="Externa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8.png"/><Relationship Id="rId8" Type="http://schemas.openxmlformats.org/officeDocument/2006/relationships/slideLayout" Target="../slideLayouts/slideLayout7.xml"/>
</Relationships>
</file>

<file path=ppt/slides/_rels/slide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1.png"/><Relationship Id="rId8" Type="http://schemas.openxmlformats.org/officeDocument/2006/relationships/image" Target="../media/image23.png"/><Relationship Id="rId9"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image" Target="../media/image28.jpeg"/><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png"/><Relationship Id="rId3"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8.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5.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0.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 name="Google Shape;478;p34"/>
          <p:cNvPicPr/>
          <p:nvPr/>
        </p:nvPicPr>
        <p:blipFill>
          <a:blip r:embed="rId1"/>
          <a:srcRect l="7643" t="0" r="7635" b="0"/>
          <a:stretch/>
        </p:blipFill>
        <p:spPr>
          <a:xfrm>
            <a:off x="0" y="0"/>
            <a:ext cx="9143640" cy="5143320"/>
          </a:xfrm>
          <a:prstGeom prst="rect">
            <a:avLst/>
          </a:prstGeom>
          <a:noFill/>
          <a:ln w="0">
            <a:noFill/>
          </a:ln>
        </p:spPr>
      </p:pic>
      <p:sp>
        <p:nvSpPr>
          <p:cNvPr id="43" name="PlaceHolder 1"/>
          <p:cNvSpPr>
            <a:spLocks noGrp="1"/>
          </p:cNvSpPr>
          <p:nvPr>
            <p:ph type="sldNum" idx="8"/>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950E26E8-52AF-4AF5-A42D-54D3572B8F92}" type="slidenum">
              <a:rPr lang="es-419" sz="800" b="1" u="none" strike="noStrike">
                <a:solidFill>
                  <a:schemeClr val="dk1"/>
                </a:solidFill>
                <a:effectLst/>
                <a:uFillTx/>
                <a:latin typeface="Inter"/>
                <a:ea typeface="Inter"/>
              </a:rPr>
              <a:t>1</a:t>
            </a:fld>
            <a:endParaRPr lang="es-MX" sz="800" b="0" u="none" strike="noStrike">
              <a:solidFill>
                <a:srgbClr val="000000"/>
              </a:solidFill>
              <a:effectLst/>
              <a:uFillTx/>
              <a:latin typeface="Times New Roman"/>
            </a:endParaRPr>
          </a:p>
        </p:txBody>
      </p:sp>
      <p:sp>
        <p:nvSpPr>
          <p:cNvPr id="44" name="Google Shape;480;p34"/>
          <p:cNvSpPr/>
          <p:nvPr/>
        </p:nvSpPr>
        <p:spPr>
          <a:xfrm>
            <a:off x="186840" y="450360"/>
            <a:ext cx="4335480" cy="4248000"/>
          </a:xfrm>
          <a:prstGeom prst="roundRect">
            <a:avLst>
              <a:gd name="adj" fmla="val 2635"/>
            </a:avLst>
          </a:prstGeom>
          <a:solidFill>
            <a:schemeClr val="lt1"/>
          </a:soli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45" name="Google Shape;481;p34"/>
          <p:cNvSpPr/>
          <p:nvPr/>
        </p:nvSpPr>
        <p:spPr>
          <a:xfrm>
            <a:off x="6843600" y="4195080"/>
            <a:ext cx="2432520" cy="503280"/>
          </a:xfrm>
          <a:prstGeom prst="roundRect">
            <a:avLst>
              <a:gd name="adj" fmla="val 16667"/>
            </a:avLst>
          </a:prstGeom>
          <a:solidFill>
            <a:schemeClr val="lt1"/>
          </a:soli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46" name="PlaceHolder 2"/>
          <p:cNvSpPr>
            <a:spLocks noGrp="1"/>
          </p:cNvSpPr>
          <p:nvPr>
            <p:ph type="title"/>
          </p:nvPr>
        </p:nvSpPr>
        <p:spPr>
          <a:xfrm>
            <a:off x="6843600" y="4195440"/>
            <a:ext cx="2300040" cy="503280"/>
          </a:xfrm>
          <a:prstGeom prst="rect">
            <a:avLst/>
          </a:prstGeom>
          <a:noFill/>
          <a:ln w="0">
            <a:noFill/>
          </a:ln>
        </p:spPr>
        <p:txBody>
          <a:bodyPr lIns="91440" tIns="91440" rIns="91440" bIns="91440" anchor="ctr">
            <a:noAutofit/>
          </a:bodyPr>
          <a:p>
            <a:pPr indent="0" algn="l">
              <a:lnSpc>
                <a:spcPct val="100000"/>
              </a:lnSpc>
              <a:buNone/>
              <a:tabLst>
                <a:tab pos="0" algn="l"/>
              </a:tabLst>
            </a:pPr>
            <a:r>
              <a:rPr lang="es-419" sz="900" b="1" u="none" strike="noStrike">
                <a:solidFill>
                  <a:srgbClr val="000000"/>
                </a:solidFill>
                <a:effectLst/>
                <a:uFillTx/>
                <a:latin typeface="Inter"/>
                <a:ea typeface="Inter"/>
              </a:rPr>
              <a:t>BASE </a:t>
            </a:r>
            <a:r>
              <a:rPr lang="es-419" sz="900" b="0" u="none" strike="noStrike">
                <a:solidFill>
                  <a:srgbClr val="000000"/>
                </a:solidFill>
                <a:effectLst/>
                <a:uFillTx/>
                <a:latin typeface="Inter"/>
                <a:ea typeface="Inter"/>
              </a:rPr>
              <a:t>Subdirección de Procesos </a:t>
            </a:r>
            <a:endParaRPr lang="es-MX" sz="900" b="0" u="none" strike="noStrike">
              <a:solidFill>
                <a:srgbClr val="000000"/>
              </a:solidFill>
              <a:effectLst/>
              <a:uFillTx/>
              <a:latin typeface="Arial"/>
            </a:endParaRPr>
          </a:p>
          <a:p>
            <a:pPr indent="0" algn="l">
              <a:lnSpc>
                <a:spcPct val="100000"/>
              </a:lnSpc>
              <a:buNone/>
              <a:tabLst>
                <a:tab pos="0" algn="l"/>
              </a:tabLst>
            </a:pPr>
            <a:r>
              <a:rPr lang="es-419" sz="900" b="0" u="none" strike="noStrike">
                <a:solidFill>
                  <a:srgbClr val="000000"/>
                </a:solidFill>
                <a:effectLst/>
                <a:uFillTx/>
                <a:latin typeface="Inter"/>
                <a:ea typeface="Inter"/>
              </a:rPr>
              <a:t>y Sistemas Comercial</a:t>
            </a:r>
            <a:endParaRPr lang="es-MX" sz="900" b="0" u="none" strike="noStrike">
              <a:solidFill>
                <a:srgbClr val="000000"/>
              </a:solidFill>
              <a:effectLst/>
              <a:uFillTx/>
              <a:latin typeface="Arial"/>
            </a:endParaRPr>
          </a:p>
        </p:txBody>
      </p:sp>
      <p:sp>
        <p:nvSpPr>
          <p:cNvPr id="47" name="PlaceHolder 3"/>
          <p:cNvSpPr>
            <a:spLocks noGrp="1"/>
          </p:cNvSpPr>
          <p:nvPr>
            <p:ph type="title"/>
          </p:nvPr>
        </p:nvSpPr>
        <p:spPr>
          <a:xfrm>
            <a:off x="368280" y="695160"/>
            <a:ext cx="3951720" cy="3273120"/>
          </a:xfrm>
          <a:prstGeom prst="rect">
            <a:avLst/>
          </a:prstGeom>
          <a:noFill/>
          <a:ln w="0">
            <a:noFill/>
          </a:ln>
        </p:spPr>
        <p:txBody>
          <a:bodyPr lIns="162000" tIns="90000" rIns="162000" bIns="90000" anchor="t">
            <a:normAutofit/>
          </a:bodyPr>
          <a:p>
            <a:pPr indent="0" algn="l">
              <a:lnSpc>
                <a:spcPct val="100000"/>
              </a:lnSpc>
              <a:buNone/>
              <a:tabLst>
                <a:tab pos="0" algn="l"/>
              </a:tabLst>
            </a:pPr>
            <a:r>
              <a:rPr lang="es-419" sz="3300" b="0" u="none" strike="noStrike">
                <a:solidFill>
                  <a:srgbClr val="000000"/>
                </a:solidFill>
                <a:effectLst/>
                <a:uFillTx/>
                <a:latin typeface="Inter"/>
                <a:ea typeface="Inter"/>
              </a:rPr>
              <a:t>Escribe aquí el título de tu presentación</a:t>
            </a:r>
            <a:endParaRPr lang="es-MX" sz="3300" b="0" u="none" strike="noStrike">
              <a:solidFill>
                <a:srgbClr val="000000"/>
              </a:solidFill>
              <a:effectLst/>
              <a:uFillTx/>
              <a:latin typeface="Arial"/>
            </a:endParaRPr>
          </a:p>
          <a:p>
            <a:pPr indent="0" algn="l">
              <a:lnSpc>
                <a:spcPct val="100000"/>
              </a:lnSpc>
              <a:spcBef>
                <a:spcPts val="1001"/>
              </a:spcBef>
              <a:buNone/>
              <a:tabLst>
                <a:tab pos="0" algn="l"/>
              </a:tabLst>
            </a:pPr>
            <a:r>
              <a:rPr lang="es-419" sz="1600" b="0" u="none" strike="noStrike">
                <a:solidFill>
                  <a:srgbClr val="000000"/>
                </a:solidFill>
                <a:effectLst/>
                <a:uFillTx/>
                <a:latin typeface="Inter"/>
                <a:ea typeface="Inter"/>
              </a:rPr>
              <a:t>Espacio para tu subtítulo</a:t>
            </a:r>
            <a:endParaRPr lang="es-MX" sz="1600" b="0" u="none" strike="noStrike">
              <a:solidFill>
                <a:srgbClr val="000000"/>
              </a:solidFill>
              <a:effectLst/>
              <a:uFillTx/>
              <a:latin typeface="Arial"/>
            </a:endParaRPr>
          </a:p>
        </p:txBody>
      </p:sp>
      <p:pic>
        <p:nvPicPr>
          <p:cNvPr id="48" name="Google Shape;484;p34"/>
          <p:cNvPicPr/>
          <p:nvPr/>
        </p:nvPicPr>
        <p:blipFill>
          <a:blip r:embed="rId2"/>
          <a:stretch/>
        </p:blipFill>
        <p:spPr>
          <a:xfrm>
            <a:off x="368280" y="4102560"/>
            <a:ext cx="2121120" cy="39312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sldNum" idx="9"/>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3EE5B3E8-63A5-419E-9E15-CB56DB90DC92}" type="slidenum">
              <a:rPr lang="es-419" sz="800" b="1" u="none" strike="noStrike">
                <a:solidFill>
                  <a:schemeClr val="dk1"/>
                </a:solidFill>
                <a:effectLst/>
                <a:uFillTx/>
                <a:latin typeface="Inter"/>
                <a:ea typeface="Inter"/>
              </a:rPr>
              <a:t>2</a:t>
            </a:fld>
            <a:endParaRPr lang="es-MX" sz="800" b="0" u="none" strike="noStrike">
              <a:solidFill>
                <a:srgbClr val="000000"/>
              </a:solidFill>
              <a:effectLst/>
              <a:uFillTx/>
              <a:latin typeface="Times New Roman"/>
            </a:endParaRPr>
          </a:p>
        </p:txBody>
      </p:sp>
      <p:sp>
        <p:nvSpPr>
          <p:cNvPr id="50" name="PlaceHolder 2"/>
          <p:cNvSpPr>
            <a:spLocks noGrp="1"/>
          </p:cNvSpPr>
          <p:nvPr>
            <p:ph type="title"/>
          </p:nvPr>
        </p:nvSpPr>
        <p:spPr>
          <a:xfrm>
            <a:off x="2020680" y="179280"/>
            <a:ext cx="5101920" cy="4314240"/>
          </a:xfrm>
          <a:prstGeom prst="rect">
            <a:avLst/>
          </a:prstGeom>
          <a:noFill/>
          <a:ln w="0">
            <a:noFill/>
          </a:ln>
        </p:spPr>
        <p:txBody>
          <a:bodyPr lIns="162000" tIns="90000" rIns="162000" bIns="90000" anchor="ctr">
            <a:noAutofit/>
          </a:bodyPr>
          <a:p>
            <a:pPr indent="0" algn="ctr">
              <a:lnSpc>
                <a:spcPct val="100000"/>
              </a:lnSpc>
              <a:buNone/>
              <a:tabLst>
                <a:tab pos="0" algn="l"/>
              </a:tabLst>
            </a:pPr>
            <a:r>
              <a:rPr lang="es-419" sz="6330" b="0" u="none" strike="noStrike">
                <a:solidFill>
                  <a:srgbClr val="000000"/>
                </a:solidFill>
                <a:effectLst/>
                <a:uFillTx/>
                <a:latin typeface="Inter"/>
                <a:ea typeface="Inter"/>
              </a:rPr>
              <a:t>Interiores</a:t>
            </a:r>
            <a:endParaRPr lang="es-MX" sz="6330" b="0" u="none" strike="noStrike">
              <a:solidFill>
                <a:srgbClr val="000000"/>
              </a:solidFill>
              <a:effectLst/>
              <a:uFillTx/>
              <a:latin typeface="Arial"/>
            </a:endParaRPr>
          </a:p>
          <a:p>
            <a:pPr indent="0" algn="ctr">
              <a:lnSpc>
                <a:spcPct val="100000"/>
              </a:lnSpc>
              <a:buNone/>
              <a:tabLst>
                <a:tab pos="0" algn="l"/>
              </a:tabLst>
            </a:pPr>
            <a:r>
              <a:rPr lang="es-419" sz="1000" b="0" u="none" strike="noStrike">
                <a:solidFill>
                  <a:srgbClr val="000000"/>
                </a:solidFill>
                <a:effectLst/>
                <a:uFillTx/>
                <a:latin typeface="Inter"/>
                <a:ea typeface="Inter"/>
              </a:rPr>
              <a:t>A continuación encontrarás un par de opciones para mostrar el contenido de tu presentación. </a:t>
            </a:r>
            <a:endParaRPr lang="es-MX"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sldNum" idx="10"/>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9FA564EE-2378-4926-A497-D3323071274C}" type="slidenum">
              <a:rPr lang="es-419" sz="800" b="1" u="none" strike="noStrike">
                <a:solidFill>
                  <a:schemeClr val="dk1"/>
                </a:solidFill>
                <a:effectLst/>
                <a:uFillTx/>
                <a:latin typeface="Inter"/>
                <a:ea typeface="Inter"/>
              </a:rPr>
              <a:t>3</a:t>
            </a:fld>
            <a:endParaRPr lang="es-MX" sz="800" b="0" u="none" strike="noStrike">
              <a:solidFill>
                <a:srgbClr val="000000"/>
              </a:solidFill>
              <a:effectLst/>
              <a:uFillTx/>
              <a:latin typeface="Times New Roman"/>
            </a:endParaRPr>
          </a:p>
        </p:txBody>
      </p:sp>
      <p:sp>
        <p:nvSpPr>
          <p:cNvPr id="52" name="Google Shape;554;p42"/>
          <p:cNvSpPr/>
          <p:nvPr/>
        </p:nvSpPr>
        <p:spPr>
          <a:xfrm>
            <a:off x="4658040" y="3798000"/>
            <a:ext cx="4617720" cy="742320"/>
          </a:xfrm>
          <a:prstGeom prst="rect">
            <a:avLst/>
          </a:prstGeom>
          <a:noFill/>
          <a:ln w="0">
            <a:noFill/>
          </a:ln>
        </p:spPr>
        <p:style>
          <a:lnRef idx="0"/>
          <a:fillRef idx="0"/>
          <a:effectRef idx="0"/>
          <a:fontRef idx="minor"/>
        </p:style>
        <p:txBody>
          <a:bodyPr tIns="91440" bIns="91440" anchor="ctr">
            <a:noAutofit/>
          </a:bodyPr>
          <a:p>
            <a:pPr>
              <a:lnSpc>
                <a:spcPct val="150000"/>
              </a:lnSpc>
              <a:tabLst>
                <a:tab pos="0" algn="l"/>
              </a:tabLst>
            </a:pPr>
            <a:r>
              <a:rPr lang="es-419" sz="700" b="0" u="none" strike="noStrike">
                <a:solidFill>
                  <a:srgbClr val="000000"/>
                </a:solidFill>
                <a:effectLst/>
                <a:uFillTx/>
                <a:latin typeface="Arial"/>
                <a:ea typeface="Arial"/>
              </a:rPr>
              <a:t>Consulta nuestras calificaciones de contraparte en:</a:t>
            </a:r>
            <a:br>
              <a:rPr sz="700"/>
            </a:br>
            <a:r>
              <a:rPr lang="es-419" sz="700" b="0" u="sng" strike="noStrike">
                <a:solidFill>
                  <a:srgbClr val="0097A7"/>
                </a:solidFill>
                <a:effectLst/>
                <a:uFillTx/>
                <a:latin typeface="Arial"/>
                <a:ea typeface="Arial"/>
                <a:hlinkClick r:id="rId1"/>
              </a:rPr>
              <a:t>https://www.bancobase.com/site/relacion-con-inversionistas</a:t>
            </a:r>
            <a:endParaRPr lang="es-MX" sz="700" b="0" u="none" strike="noStrike">
              <a:solidFill>
                <a:srgbClr val="000000"/>
              </a:solidFill>
              <a:effectLst/>
              <a:uFillTx/>
              <a:latin typeface="Arial"/>
            </a:endParaRPr>
          </a:p>
          <a:p>
            <a:pPr>
              <a:lnSpc>
                <a:spcPct val="150000"/>
              </a:lnSpc>
              <a:tabLst>
                <a:tab pos="0" algn="l"/>
              </a:tabLst>
            </a:pPr>
            <a:endParaRPr lang="es-MX" sz="700" b="0" u="none" strike="noStrike">
              <a:solidFill>
                <a:srgbClr val="000000"/>
              </a:solidFill>
              <a:effectLst/>
              <a:uFillTx/>
              <a:latin typeface="Arial"/>
            </a:endParaRPr>
          </a:p>
        </p:txBody>
      </p:sp>
      <p:sp>
        <p:nvSpPr>
          <p:cNvPr id="53" name="Google Shape;555;p42"/>
          <p:cNvSpPr/>
          <p:nvPr/>
        </p:nvSpPr>
        <p:spPr>
          <a:xfrm>
            <a:off x="180000" y="223920"/>
            <a:ext cx="1086120" cy="166680"/>
          </a:xfrm>
          <a:prstGeom prst="roundRect">
            <a:avLst>
              <a:gd name="adj" fmla="val 16667"/>
            </a:avLst>
          </a:prstGeom>
          <a:solidFill>
            <a:srgbClr val="F5A800"/>
          </a:solidFill>
          <a:ln w="0">
            <a:noFill/>
          </a:ln>
        </p:spPr>
        <p:style>
          <a:lnRef idx="0"/>
          <a:fillRef idx="0"/>
          <a:effectRef idx="0"/>
          <a:fontRef idx="minor"/>
        </p:style>
        <p:txBody>
          <a:bodyPr tIns="75240" bIns="75240" anchor="ctr">
            <a:noAutofit/>
          </a:bodyPr>
          <a:p>
            <a:pPr algn="ctr">
              <a:lnSpc>
                <a:spcPct val="100000"/>
              </a:lnSpc>
              <a:tabLst>
                <a:tab pos="0" algn="l"/>
              </a:tabLst>
            </a:pPr>
            <a:r>
              <a:rPr lang="es-419" sz="700" b="1" u="none" strike="noStrike">
                <a:solidFill>
                  <a:srgbClr val="000000"/>
                </a:solidFill>
                <a:effectLst/>
                <a:uFillTx/>
                <a:latin typeface="Inter"/>
                <a:ea typeface="Inter"/>
              </a:rPr>
              <a:t>NOSOTROS</a:t>
            </a:r>
            <a:endParaRPr lang="es-MX" sz="700" b="0" u="none" strike="noStrike">
              <a:solidFill>
                <a:srgbClr val="000000"/>
              </a:solidFill>
              <a:effectLst/>
              <a:uFillTx/>
              <a:latin typeface="Arial"/>
            </a:endParaRPr>
          </a:p>
        </p:txBody>
      </p:sp>
      <p:sp>
        <p:nvSpPr>
          <p:cNvPr id="54" name="Google Shape;556;p42"/>
          <p:cNvSpPr/>
          <p:nvPr/>
        </p:nvSpPr>
        <p:spPr>
          <a:xfrm>
            <a:off x="4840560" y="1224000"/>
            <a:ext cx="3847320" cy="2396160"/>
          </a:xfrm>
          <a:prstGeom prst="roundRect">
            <a:avLst>
              <a:gd name="adj" fmla="val 4777"/>
            </a:avLst>
          </a:prstGeom>
          <a:solidFill>
            <a:srgbClr val="EAECF0"/>
          </a:soli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pic>
        <p:nvPicPr>
          <p:cNvPr id="55" name="Google Shape;557;p42"/>
          <p:cNvPicPr/>
          <p:nvPr/>
        </p:nvPicPr>
        <p:blipFill>
          <a:blip r:embed="rId2"/>
          <a:stretch/>
        </p:blipFill>
        <p:spPr>
          <a:xfrm>
            <a:off x="5289120" y="2495880"/>
            <a:ext cx="709560" cy="340560"/>
          </a:xfrm>
          <a:prstGeom prst="rect">
            <a:avLst/>
          </a:prstGeom>
          <a:noFill/>
          <a:ln w="0">
            <a:noFill/>
          </a:ln>
        </p:spPr>
      </p:pic>
      <p:pic>
        <p:nvPicPr>
          <p:cNvPr id="56" name="Google Shape;558;p42"/>
          <p:cNvPicPr/>
          <p:nvPr/>
        </p:nvPicPr>
        <p:blipFill>
          <a:blip r:embed="rId3"/>
          <a:stretch/>
        </p:blipFill>
        <p:spPr>
          <a:xfrm>
            <a:off x="5274000" y="2022120"/>
            <a:ext cx="778680" cy="162360"/>
          </a:xfrm>
          <a:prstGeom prst="rect">
            <a:avLst/>
          </a:prstGeom>
          <a:noFill/>
          <a:ln w="0">
            <a:noFill/>
          </a:ln>
        </p:spPr>
      </p:pic>
      <p:sp>
        <p:nvSpPr>
          <p:cNvPr id="57" name="Google Shape;559;p42"/>
          <p:cNvSpPr/>
          <p:nvPr/>
        </p:nvSpPr>
        <p:spPr>
          <a:xfrm>
            <a:off x="5185800" y="1343160"/>
            <a:ext cx="919080" cy="421920"/>
          </a:xfrm>
          <a:prstGeom prst="rect">
            <a:avLst/>
          </a:prstGeom>
          <a:noFill/>
          <a:ln w="0">
            <a:noFill/>
          </a:ln>
        </p:spPr>
        <p:style>
          <a:lnRef idx="0"/>
          <a:fillRef idx="0"/>
          <a:effectRef idx="0"/>
          <a:fontRef idx="minor"/>
        </p:style>
        <p:txBody>
          <a:bodyPr tIns="91440" bIns="91440" anchor="t">
            <a:noAutofit/>
          </a:bodyPr>
          <a:p>
            <a:pPr>
              <a:lnSpc>
                <a:spcPct val="115000"/>
              </a:lnSpc>
              <a:tabLst>
                <a:tab pos="0" algn="l"/>
              </a:tabLst>
            </a:pPr>
            <a:r>
              <a:rPr lang="es-419" sz="750" b="1" u="none" strike="noStrike">
                <a:solidFill>
                  <a:srgbClr val="212626"/>
                </a:solidFill>
                <a:effectLst/>
                <a:uFillTx/>
                <a:latin typeface="Inter"/>
                <a:ea typeface="Inter"/>
              </a:rPr>
              <a:t>AGENCIA</a:t>
            </a:r>
            <a:endParaRPr lang="es-MX" sz="750" b="0" u="none" strike="noStrike">
              <a:solidFill>
                <a:srgbClr val="000000"/>
              </a:solidFill>
              <a:effectLst/>
              <a:uFillTx/>
              <a:latin typeface="Arial"/>
            </a:endParaRPr>
          </a:p>
          <a:p>
            <a:pPr>
              <a:lnSpc>
                <a:spcPct val="115000"/>
              </a:lnSpc>
              <a:tabLst>
                <a:tab pos="0" algn="l"/>
              </a:tabLst>
            </a:pPr>
            <a:r>
              <a:rPr lang="es-419" sz="750" b="1" u="none" strike="noStrike">
                <a:solidFill>
                  <a:srgbClr val="212626"/>
                </a:solidFill>
                <a:effectLst/>
                <a:uFillTx/>
                <a:latin typeface="Inter"/>
                <a:ea typeface="Inter"/>
              </a:rPr>
              <a:t>CALIFICADORA</a:t>
            </a:r>
            <a:endParaRPr lang="es-MX" sz="750" b="0" u="none" strike="noStrike">
              <a:solidFill>
                <a:srgbClr val="000000"/>
              </a:solidFill>
              <a:effectLst/>
              <a:uFillTx/>
              <a:latin typeface="Arial"/>
            </a:endParaRPr>
          </a:p>
        </p:txBody>
      </p:sp>
      <p:sp>
        <p:nvSpPr>
          <p:cNvPr id="58" name="Google Shape;560;p42"/>
          <p:cNvSpPr/>
          <p:nvPr/>
        </p:nvSpPr>
        <p:spPr>
          <a:xfrm>
            <a:off x="6310080" y="1343160"/>
            <a:ext cx="866880" cy="421920"/>
          </a:xfrm>
          <a:prstGeom prst="rect">
            <a:avLst/>
          </a:prstGeom>
          <a:noFill/>
          <a:ln w="0">
            <a:noFill/>
          </a:ln>
        </p:spPr>
        <p:style>
          <a:lnRef idx="0"/>
          <a:fillRef idx="0"/>
          <a:effectRef idx="0"/>
          <a:fontRef idx="minor"/>
        </p:style>
        <p:txBody>
          <a:bodyPr tIns="91440" bIns="91440" anchor="t">
            <a:noAutofit/>
          </a:bodyPr>
          <a:p>
            <a:pPr>
              <a:lnSpc>
                <a:spcPct val="115000"/>
              </a:lnSpc>
              <a:tabLst>
                <a:tab pos="0" algn="l"/>
              </a:tabLst>
            </a:pPr>
            <a:r>
              <a:rPr lang="es-419" sz="750" b="1" u="none" strike="noStrike">
                <a:solidFill>
                  <a:srgbClr val="212626"/>
                </a:solidFill>
                <a:effectLst/>
                <a:uFillTx/>
                <a:latin typeface="Inter"/>
                <a:ea typeface="Inter"/>
              </a:rPr>
              <a:t>BANCO</a:t>
            </a:r>
            <a:endParaRPr lang="es-MX" sz="750" b="0" u="none" strike="noStrike">
              <a:solidFill>
                <a:srgbClr val="000000"/>
              </a:solidFill>
              <a:effectLst/>
              <a:uFillTx/>
              <a:latin typeface="Arial"/>
            </a:endParaRPr>
          </a:p>
          <a:p>
            <a:pPr>
              <a:lnSpc>
                <a:spcPct val="115000"/>
              </a:lnSpc>
              <a:tabLst>
                <a:tab pos="0" algn="l"/>
              </a:tabLst>
            </a:pPr>
            <a:r>
              <a:rPr lang="es-419" sz="750" b="1" u="none" strike="noStrike">
                <a:solidFill>
                  <a:srgbClr val="212626"/>
                </a:solidFill>
                <a:effectLst/>
                <a:uFillTx/>
                <a:latin typeface="Inter"/>
                <a:ea typeface="Inter"/>
              </a:rPr>
              <a:t>BASE</a:t>
            </a:r>
            <a:endParaRPr lang="es-MX" sz="750" b="0" u="none" strike="noStrike">
              <a:solidFill>
                <a:srgbClr val="000000"/>
              </a:solidFill>
              <a:effectLst/>
              <a:uFillTx/>
              <a:latin typeface="Arial"/>
            </a:endParaRPr>
          </a:p>
        </p:txBody>
      </p:sp>
      <p:sp>
        <p:nvSpPr>
          <p:cNvPr id="59" name="Google Shape;561;p42"/>
          <p:cNvSpPr/>
          <p:nvPr/>
        </p:nvSpPr>
        <p:spPr>
          <a:xfrm>
            <a:off x="7310160" y="1343160"/>
            <a:ext cx="952560" cy="421920"/>
          </a:xfrm>
          <a:prstGeom prst="rect">
            <a:avLst/>
          </a:prstGeom>
          <a:noFill/>
          <a:ln w="0">
            <a:noFill/>
          </a:ln>
        </p:spPr>
        <p:style>
          <a:lnRef idx="0"/>
          <a:fillRef idx="0"/>
          <a:effectRef idx="0"/>
          <a:fontRef idx="minor"/>
        </p:style>
        <p:txBody>
          <a:bodyPr tIns="91440" bIns="91440" anchor="t">
            <a:noAutofit/>
          </a:bodyPr>
          <a:p>
            <a:pPr>
              <a:lnSpc>
                <a:spcPct val="115000"/>
              </a:lnSpc>
              <a:tabLst>
                <a:tab pos="0" algn="l"/>
              </a:tabLst>
            </a:pPr>
            <a:r>
              <a:rPr lang="es-419" sz="750" b="1" u="none" strike="noStrike">
                <a:solidFill>
                  <a:srgbClr val="212626"/>
                </a:solidFill>
                <a:effectLst/>
                <a:uFillTx/>
                <a:latin typeface="Inter"/>
                <a:ea typeface="Inter"/>
              </a:rPr>
              <a:t>CASA DE BOLSA BASE</a:t>
            </a:r>
            <a:endParaRPr lang="es-MX" sz="750" b="0" u="none" strike="noStrike">
              <a:solidFill>
                <a:srgbClr val="000000"/>
              </a:solidFill>
              <a:effectLst/>
              <a:uFillTx/>
              <a:latin typeface="Arial"/>
            </a:endParaRPr>
          </a:p>
        </p:txBody>
      </p:sp>
      <p:sp>
        <p:nvSpPr>
          <p:cNvPr id="60" name="Google Shape;562;p42"/>
          <p:cNvSpPr/>
          <p:nvPr/>
        </p:nvSpPr>
        <p:spPr>
          <a:xfrm>
            <a:off x="6310080" y="1874880"/>
            <a:ext cx="914400" cy="421920"/>
          </a:xfrm>
          <a:prstGeom prst="rect">
            <a:avLst/>
          </a:prstGeom>
          <a:noFill/>
          <a:ln w="0">
            <a:noFill/>
          </a:ln>
        </p:spPr>
        <p:style>
          <a:lnRef idx="0"/>
          <a:fillRef idx="0"/>
          <a:effectRef idx="0"/>
          <a:fontRef idx="minor"/>
        </p:style>
        <p:txBody>
          <a:bodyPr tIns="0" bIns="91440" anchor="t">
            <a:noAutofit/>
          </a:bodyPr>
          <a:p>
            <a:pPr>
              <a:lnSpc>
                <a:spcPct val="100000"/>
              </a:lnSpc>
              <a:tabLst>
                <a:tab pos="0" algn="l"/>
              </a:tabLst>
            </a:pPr>
            <a:r>
              <a:rPr lang="es-419" sz="600" b="0" u="none" strike="noStrike">
                <a:solidFill>
                  <a:srgbClr val="000000"/>
                </a:solidFill>
                <a:effectLst/>
                <a:uFillTx/>
                <a:latin typeface="Inter"/>
                <a:ea typeface="Inter"/>
              </a:rPr>
              <a:t>A+(mex)</a:t>
            </a:r>
            <a:endParaRPr lang="es-MX" sz="600" b="0" u="none" strike="noStrike">
              <a:solidFill>
                <a:srgbClr val="000000"/>
              </a:solidFill>
              <a:effectLst/>
              <a:uFillTx/>
              <a:latin typeface="Arial"/>
            </a:endParaRPr>
          </a:p>
          <a:p>
            <a:pPr>
              <a:lnSpc>
                <a:spcPct val="100000"/>
              </a:lnSpc>
              <a:tabLst>
                <a:tab pos="0" algn="l"/>
              </a:tabLst>
            </a:pPr>
            <a:r>
              <a:rPr lang="es-419" sz="600" b="0" u="none" strike="noStrike">
                <a:solidFill>
                  <a:srgbClr val="000000"/>
                </a:solidFill>
                <a:effectLst/>
                <a:uFillTx/>
                <a:latin typeface="Inter"/>
                <a:ea typeface="Inter"/>
              </a:rPr>
              <a:t>F1+(mex)</a:t>
            </a:r>
            <a:endParaRPr lang="es-MX" sz="600" b="0" u="none" strike="noStrike">
              <a:solidFill>
                <a:srgbClr val="000000"/>
              </a:solidFill>
              <a:effectLst/>
              <a:uFillTx/>
              <a:latin typeface="Arial"/>
            </a:endParaRPr>
          </a:p>
          <a:p>
            <a:pPr>
              <a:lnSpc>
                <a:spcPct val="100000"/>
              </a:lnSpc>
              <a:tabLst>
                <a:tab pos="0" algn="l"/>
              </a:tabLst>
            </a:pPr>
            <a:r>
              <a:rPr lang="es-419" sz="600" b="0" u="none" strike="noStrike">
                <a:solidFill>
                  <a:srgbClr val="000000"/>
                </a:solidFill>
                <a:effectLst/>
                <a:uFillTx/>
                <a:latin typeface="Inter"/>
                <a:ea typeface="Inter"/>
              </a:rPr>
              <a:t>Perspectiva estable</a:t>
            </a:r>
            <a:endParaRPr lang="es-MX" sz="600" b="0" u="none" strike="noStrike">
              <a:solidFill>
                <a:srgbClr val="000000"/>
              </a:solidFill>
              <a:effectLst/>
              <a:uFillTx/>
              <a:latin typeface="Arial"/>
            </a:endParaRPr>
          </a:p>
          <a:p>
            <a:pPr>
              <a:lnSpc>
                <a:spcPct val="100000"/>
              </a:lnSpc>
              <a:tabLst>
                <a:tab pos="0" algn="l"/>
              </a:tabLst>
            </a:pPr>
            <a:r>
              <a:rPr lang="es-419" sz="600" b="0" u="none" strike="noStrike">
                <a:solidFill>
                  <a:srgbClr val="000000"/>
                </a:solidFill>
                <a:effectLst/>
                <a:uFillTx/>
                <a:latin typeface="Inter"/>
                <a:ea typeface="Inter"/>
              </a:rPr>
              <a:t>05/09/2024</a:t>
            </a:r>
            <a:endParaRPr lang="es-MX" sz="600" b="0" u="none" strike="noStrike">
              <a:solidFill>
                <a:srgbClr val="000000"/>
              </a:solidFill>
              <a:effectLst/>
              <a:uFillTx/>
              <a:latin typeface="Arial"/>
            </a:endParaRPr>
          </a:p>
          <a:p>
            <a:pPr>
              <a:lnSpc>
                <a:spcPct val="100000"/>
              </a:lnSpc>
              <a:tabLst>
                <a:tab pos="0" algn="l"/>
              </a:tabLst>
            </a:pPr>
            <a:endParaRPr lang="es-MX" sz="350" b="0" u="none" strike="noStrike">
              <a:solidFill>
                <a:srgbClr val="000000"/>
              </a:solidFill>
              <a:effectLst/>
              <a:uFillTx/>
              <a:latin typeface="Arial"/>
            </a:endParaRPr>
          </a:p>
        </p:txBody>
      </p:sp>
      <p:sp>
        <p:nvSpPr>
          <p:cNvPr id="61" name="Google Shape;563;p42"/>
          <p:cNvSpPr/>
          <p:nvPr/>
        </p:nvSpPr>
        <p:spPr>
          <a:xfrm>
            <a:off x="7310160" y="1874880"/>
            <a:ext cx="914400" cy="421920"/>
          </a:xfrm>
          <a:prstGeom prst="rect">
            <a:avLst/>
          </a:prstGeom>
          <a:noFill/>
          <a:ln w="0">
            <a:noFill/>
          </a:ln>
        </p:spPr>
        <p:style>
          <a:lnRef idx="0"/>
          <a:fillRef idx="0"/>
          <a:effectRef idx="0"/>
          <a:fontRef idx="minor"/>
        </p:style>
        <p:txBody>
          <a:bodyPr tIns="0" bIns="91440" anchor="t">
            <a:noAutofit/>
          </a:bodyPr>
          <a:p>
            <a:pPr>
              <a:lnSpc>
                <a:spcPct val="100000"/>
              </a:lnSpc>
              <a:tabLst>
                <a:tab pos="0" algn="l"/>
              </a:tabLst>
            </a:pPr>
            <a:r>
              <a:rPr lang="es-419" sz="600" b="0" u="none" strike="noStrike">
                <a:solidFill>
                  <a:srgbClr val="000000"/>
                </a:solidFill>
                <a:effectLst/>
                <a:uFillTx/>
                <a:latin typeface="Inter"/>
                <a:ea typeface="Inter"/>
              </a:rPr>
              <a:t>A+(mex)</a:t>
            </a:r>
            <a:endParaRPr lang="es-MX" sz="600" b="0" u="none" strike="noStrike">
              <a:solidFill>
                <a:srgbClr val="000000"/>
              </a:solidFill>
              <a:effectLst/>
              <a:uFillTx/>
              <a:latin typeface="Arial"/>
            </a:endParaRPr>
          </a:p>
          <a:p>
            <a:pPr>
              <a:lnSpc>
                <a:spcPct val="100000"/>
              </a:lnSpc>
              <a:tabLst>
                <a:tab pos="0" algn="l"/>
              </a:tabLst>
            </a:pPr>
            <a:r>
              <a:rPr lang="es-419" sz="600" b="0" u="none" strike="noStrike">
                <a:solidFill>
                  <a:srgbClr val="000000"/>
                </a:solidFill>
                <a:effectLst/>
                <a:uFillTx/>
                <a:latin typeface="Inter"/>
                <a:ea typeface="Inter"/>
              </a:rPr>
              <a:t>F1+(mex)</a:t>
            </a:r>
            <a:endParaRPr lang="es-MX" sz="600" b="0" u="none" strike="noStrike">
              <a:solidFill>
                <a:srgbClr val="000000"/>
              </a:solidFill>
              <a:effectLst/>
              <a:uFillTx/>
              <a:latin typeface="Arial"/>
            </a:endParaRPr>
          </a:p>
          <a:p>
            <a:pPr>
              <a:lnSpc>
                <a:spcPct val="100000"/>
              </a:lnSpc>
              <a:tabLst>
                <a:tab pos="0" algn="l"/>
              </a:tabLst>
            </a:pPr>
            <a:r>
              <a:rPr lang="es-419" sz="600" b="0" u="none" strike="noStrike">
                <a:solidFill>
                  <a:srgbClr val="000000"/>
                </a:solidFill>
                <a:effectLst/>
                <a:uFillTx/>
                <a:latin typeface="Inter"/>
                <a:ea typeface="Inter"/>
              </a:rPr>
              <a:t>Perspectiva estable</a:t>
            </a:r>
            <a:endParaRPr lang="es-MX" sz="600" b="0" u="none" strike="noStrike">
              <a:solidFill>
                <a:srgbClr val="000000"/>
              </a:solidFill>
              <a:effectLst/>
              <a:uFillTx/>
              <a:latin typeface="Arial"/>
            </a:endParaRPr>
          </a:p>
          <a:p>
            <a:pPr>
              <a:lnSpc>
                <a:spcPct val="100000"/>
              </a:lnSpc>
              <a:tabLst>
                <a:tab pos="0" algn="l"/>
              </a:tabLst>
            </a:pPr>
            <a:r>
              <a:rPr lang="es-419" sz="600" b="0" u="none" strike="noStrike">
                <a:solidFill>
                  <a:srgbClr val="000000"/>
                </a:solidFill>
                <a:effectLst/>
                <a:uFillTx/>
                <a:latin typeface="Inter"/>
                <a:ea typeface="Inter"/>
              </a:rPr>
              <a:t>05/09/2024</a:t>
            </a:r>
            <a:endParaRPr lang="es-MX" sz="600" b="0" u="none" strike="noStrike">
              <a:solidFill>
                <a:srgbClr val="000000"/>
              </a:solidFill>
              <a:effectLst/>
              <a:uFillTx/>
              <a:latin typeface="Arial"/>
            </a:endParaRPr>
          </a:p>
          <a:p>
            <a:pPr>
              <a:lnSpc>
                <a:spcPct val="100000"/>
              </a:lnSpc>
              <a:tabLst>
                <a:tab pos="0" algn="l"/>
              </a:tabLst>
            </a:pPr>
            <a:endParaRPr lang="es-MX" sz="350" b="0" u="none" strike="noStrike">
              <a:solidFill>
                <a:srgbClr val="000000"/>
              </a:solidFill>
              <a:effectLst/>
              <a:uFillTx/>
              <a:latin typeface="Arial"/>
            </a:endParaRPr>
          </a:p>
        </p:txBody>
      </p:sp>
      <p:sp>
        <p:nvSpPr>
          <p:cNvPr id="62" name="Google Shape;564;p42"/>
          <p:cNvSpPr/>
          <p:nvPr/>
        </p:nvSpPr>
        <p:spPr>
          <a:xfrm>
            <a:off x="6310080" y="2495160"/>
            <a:ext cx="914400" cy="421920"/>
          </a:xfrm>
          <a:prstGeom prst="rect">
            <a:avLst/>
          </a:prstGeom>
          <a:noFill/>
          <a:ln w="0">
            <a:noFill/>
          </a:ln>
        </p:spPr>
        <p:style>
          <a:lnRef idx="0"/>
          <a:fillRef idx="0"/>
          <a:effectRef idx="0"/>
          <a:fontRef idx="minor"/>
        </p:style>
        <p:txBody>
          <a:bodyPr tIns="0" bIns="91440" anchor="t">
            <a:noAutofit/>
          </a:bodyPr>
          <a:p>
            <a:pPr>
              <a:lnSpc>
                <a:spcPct val="100000"/>
              </a:lnSpc>
              <a:tabLst>
                <a:tab pos="0" algn="l"/>
              </a:tabLst>
            </a:pPr>
            <a:r>
              <a:rPr lang="es-419" sz="600" b="0" u="none" strike="noStrike">
                <a:solidFill>
                  <a:srgbClr val="212626"/>
                </a:solidFill>
                <a:effectLst/>
                <a:uFillTx/>
                <a:latin typeface="Inter"/>
                <a:ea typeface="Inter"/>
              </a:rPr>
              <a:t>mxA</a:t>
            </a:r>
            <a:endParaRPr lang="es-MX" sz="600" b="0" u="none" strike="noStrike">
              <a:solidFill>
                <a:srgbClr val="000000"/>
              </a:solidFill>
              <a:effectLst/>
              <a:uFillTx/>
              <a:latin typeface="Arial"/>
            </a:endParaRPr>
          </a:p>
          <a:p>
            <a:pPr>
              <a:lnSpc>
                <a:spcPct val="100000"/>
              </a:lnSpc>
              <a:tabLst>
                <a:tab pos="0" algn="l"/>
              </a:tabLst>
            </a:pPr>
            <a:r>
              <a:rPr lang="es-419" sz="600" b="0" u="none" strike="noStrike">
                <a:solidFill>
                  <a:srgbClr val="000000"/>
                </a:solidFill>
                <a:effectLst/>
                <a:uFillTx/>
                <a:latin typeface="Inter"/>
                <a:ea typeface="Inter"/>
              </a:rPr>
              <a:t>Perspectiva estable</a:t>
            </a:r>
            <a:endParaRPr lang="es-MX" sz="600" b="0" u="none" strike="noStrike">
              <a:solidFill>
                <a:srgbClr val="000000"/>
              </a:solidFill>
              <a:effectLst/>
              <a:uFillTx/>
              <a:latin typeface="Arial"/>
            </a:endParaRPr>
          </a:p>
          <a:p>
            <a:pPr>
              <a:lnSpc>
                <a:spcPct val="100000"/>
              </a:lnSpc>
              <a:tabLst>
                <a:tab pos="0" algn="l"/>
              </a:tabLst>
            </a:pPr>
            <a:r>
              <a:rPr lang="es-419" sz="600" b="0" u="none" strike="noStrike">
                <a:solidFill>
                  <a:srgbClr val="212626"/>
                </a:solidFill>
                <a:effectLst/>
                <a:uFillTx/>
                <a:latin typeface="Inter"/>
                <a:ea typeface="Inter"/>
              </a:rPr>
              <a:t>01/09/2025</a:t>
            </a:r>
            <a:endParaRPr lang="es-MX" sz="600" b="0" u="none" strike="noStrike">
              <a:solidFill>
                <a:srgbClr val="000000"/>
              </a:solidFill>
              <a:effectLst/>
              <a:uFillTx/>
              <a:latin typeface="Arial"/>
            </a:endParaRPr>
          </a:p>
        </p:txBody>
      </p:sp>
      <p:sp>
        <p:nvSpPr>
          <p:cNvPr id="63" name="Google Shape;565;p42"/>
          <p:cNvSpPr/>
          <p:nvPr/>
        </p:nvSpPr>
        <p:spPr>
          <a:xfrm>
            <a:off x="7319520" y="2495160"/>
            <a:ext cx="914400" cy="421920"/>
          </a:xfrm>
          <a:prstGeom prst="rect">
            <a:avLst/>
          </a:prstGeom>
          <a:noFill/>
          <a:ln w="0">
            <a:noFill/>
          </a:ln>
        </p:spPr>
        <p:style>
          <a:lnRef idx="0"/>
          <a:fillRef idx="0"/>
          <a:effectRef idx="0"/>
          <a:fontRef idx="minor"/>
        </p:style>
        <p:txBody>
          <a:bodyPr tIns="0" bIns="91440" anchor="t">
            <a:noAutofit/>
          </a:bodyPr>
          <a:p>
            <a:pPr>
              <a:lnSpc>
                <a:spcPct val="100000"/>
              </a:lnSpc>
              <a:tabLst>
                <a:tab pos="0" algn="l"/>
              </a:tabLst>
            </a:pPr>
            <a:r>
              <a:rPr lang="es-419" sz="600" b="0" u="none" strike="noStrike">
                <a:solidFill>
                  <a:srgbClr val="212626"/>
                </a:solidFill>
                <a:effectLst/>
                <a:uFillTx/>
                <a:latin typeface="Inter"/>
                <a:ea typeface="Inter"/>
              </a:rPr>
              <a:t>mxA-1</a:t>
            </a:r>
            <a:endParaRPr lang="es-MX" sz="600" b="0" u="none" strike="noStrike">
              <a:solidFill>
                <a:srgbClr val="000000"/>
              </a:solidFill>
              <a:effectLst/>
              <a:uFillTx/>
              <a:latin typeface="Arial"/>
            </a:endParaRPr>
          </a:p>
          <a:p>
            <a:pPr>
              <a:lnSpc>
                <a:spcPct val="100000"/>
              </a:lnSpc>
              <a:tabLst>
                <a:tab pos="0" algn="l"/>
              </a:tabLst>
            </a:pPr>
            <a:r>
              <a:rPr lang="es-419" sz="600" b="0" u="none" strike="noStrike">
                <a:solidFill>
                  <a:srgbClr val="000000"/>
                </a:solidFill>
                <a:effectLst/>
                <a:uFillTx/>
                <a:latin typeface="Inter"/>
                <a:ea typeface="Inter"/>
              </a:rPr>
              <a:t>Perspectiva estable</a:t>
            </a:r>
            <a:endParaRPr lang="es-MX" sz="600" b="0" u="none" strike="noStrike">
              <a:solidFill>
                <a:srgbClr val="000000"/>
              </a:solidFill>
              <a:effectLst/>
              <a:uFillTx/>
              <a:latin typeface="Arial"/>
            </a:endParaRPr>
          </a:p>
          <a:p>
            <a:pPr>
              <a:lnSpc>
                <a:spcPct val="100000"/>
              </a:lnSpc>
              <a:tabLst>
                <a:tab pos="0" algn="l"/>
              </a:tabLst>
            </a:pPr>
            <a:r>
              <a:rPr lang="es-419" sz="600" b="0" u="none" strike="noStrike">
                <a:solidFill>
                  <a:srgbClr val="212626"/>
                </a:solidFill>
                <a:effectLst/>
                <a:uFillTx/>
                <a:latin typeface="Inter"/>
                <a:ea typeface="Inter"/>
              </a:rPr>
              <a:t>01/09/2025</a:t>
            </a:r>
            <a:endParaRPr lang="es-MX" sz="600" b="0" u="none" strike="noStrike">
              <a:solidFill>
                <a:srgbClr val="000000"/>
              </a:solidFill>
              <a:effectLst/>
              <a:uFillTx/>
              <a:latin typeface="Arial"/>
            </a:endParaRPr>
          </a:p>
        </p:txBody>
      </p:sp>
      <p:pic>
        <p:nvPicPr>
          <p:cNvPr id="64" name="Google Shape;566;p42"/>
          <p:cNvPicPr/>
          <p:nvPr/>
        </p:nvPicPr>
        <p:blipFill>
          <a:blip r:embed="rId4"/>
          <a:stretch/>
        </p:blipFill>
        <p:spPr>
          <a:xfrm>
            <a:off x="5191560" y="3006000"/>
            <a:ext cx="914400" cy="440280"/>
          </a:xfrm>
          <a:prstGeom prst="rect">
            <a:avLst/>
          </a:prstGeom>
          <a:noFill/>
          <a:ln w="0">
            <a:noFill/>
          </a:ln>
        </p:spPr>
      </p:pic>
      <p:sp>
        <p:nvSpPr>
          <p:cNvPr id="65" name="Google Shape;567;p42"/>
          <p:cNvSpPr/>
          <p:nvPr/>
        </p:nvSpPr>
        <p:spPr>
          <a:xfrm>
            <a:off x="6310080" y="3021120"/>
            <a:ext cx="914400" cy="410760"/>
          </a:xfrm>
          <a:prstGeom prst="rect">
            <a:avLst/>
          </a:prstGeom>
          <a:noFill/>
          <a:ln w="0">
            <a:noFill/>
          </a:ln>
        </p:spPr>
        <p:style>
          <a:lnRef idx="0"/>
          <a:fillRef idx="0"/>
          <a:effectRef idx="0"/>
          <a:fontRef idx="minor"/>
        </p:style>
        <p:txBody>
          <a:bodyPr tIns="0" bIns="0" anchor="t">
            <a:spAutoFit/>
          </a:bodyPr>
          <a:p>
            <a:pPr>
              <a:lnSpc>
                <a:spcPct val="115000"/>
              </a:lnSpc>
              <a:tabLst>
                <a:tab pos="0" algn="l"/>
              </a:tabLst>
            </a:pPr>
            <a:r>
              <a:rPr lang="es-419" sz="600" b="0" u="none" strike="noStrike">
                <a:solidFill>
                  <a:srgbClr val="212626"/>
                </a:solidFill>
                <a:effectLst/>
                <a:uFillTx/>
                <a:latin typeface="Inter"/>
                <a:ea typeface="Inter"/>
              </a:rPr>
              <a:t>A+.mx,</a:t>
            </a:r>
            <a:endParaRPr lang="es-MX" sz="600" b="0" u="none" strike="noStrike">
              <a:solidFill>
                <a:srgbClr val="000000"/>
              </a:solidFill>
              <a:effectLst/>
              <a:uFillTx/>
              <a:latin typeface="Arial"/>
            </a:endParaRPr>
          </a:p>
          <a:p>
            <a:pPr>
              <a:lnSpc>
                <a:spcPct val="115000"/>
              </a:lnSpc>
              <a:tabLst>
                <a:tab pos="0" algn="l"/>
              </a:tabLst>
            </a:pPr>
            <a:r>
              <a:rPr lang="es-419" sz="600" b="0" u="none" strike="noStrike">
                <a:solidFill>
                  <a:srgbClr val="212626"/>
                </a:solidFill>
                <a:effectLst/>
                <a:uFillTx/>
                <a:latin typeface="Inter"/>
                <a:ea typeface="Inter"/>
              </a:rPr>
              <a:t>Perspectiva estable</a:t>
            </a:r>
            <a:endParaRPr lang="es-MX" sz="600" b="0" u="none" strike="noStrike">
              <a:solidFill>
                <a:srgbClr val="000000"/>
              </a:solidFill>
              <a:effectLst/>
              <a:uFillTx/>
              <a:latin typeface="Arial"/>
            </a:endParaRPr>
          </a:p>
          <a:p>
            <a:pPr>
              <a:lnSpc>
                <a:spcPct val="115000"/>
              </a:lnSpc>
              <a:tabLst>
                <a:tab pos="0" algn="l"/>
              </a:tabLst>
            </a:pPr>
            <a:r>
              <a:rPr lang="es-419" sz="600" b="0" u="none" strike="noStrike">
                <a:solidFill>
                  <a:srgbClr val="212626"/>
                </a:solidFill>
                <a:effectLst/>
                <a:uFillTx/>
                <a:latin typeface="Inter"/>
                <a:ea typeface="Inter"/>
              </a:rPr>
              <a:t>ML A-1.mx</a:t>
            </a:r>
            <a:endParaRPr lang="es-MX" sz="600" b="0" u="none" strike="noStrike">
              <a:solidFill>
                <a:srgbClr val="000000"/>
              </a:solidFill>
              <a:effectLst/>
              <a:uFillTx/>
              <a:latin typeface="Arial"/>
            </a:endParaRPr>
          </a:p>
          <a:p>
            <a:pPr>
              <a:lnSpc>
                <a:spcPct val="115000"/>
              </a:lnSpc>
              <a:tabLst>
                <a:tab pos="0" algn="l"/>
              </a:tabLst>
            </a:pPr>
            <a:r>
              <a:rPr lang="es-419" sz="600" b="0" u="none" strike="noStrike">
                <a:solidFill>
                  <a:srgbClr val="212626"/>
                </a:solidFill>
                <a:effectLst/>
                <a:uFillTx/>
                <a:latin typeface="Inter"/>
                <a:ea typeface="Inter"/>
              </a:rPr>
              <a:t>10/02/24</a:t>
            </a:r>
            <a:endParaRPr lang="es-MX" sz="600" b="0" u="none" strike="noStrike">
              <a:solidFill>
                <a:srgbClr val="000000"/>
              </a:solidFill>
              <a:effectLst/>
              <a:uFillTx/>
              <a:latin typeface="Arial"/>
            </a:endParaRPr>
          </a:p>
        </p:txBody>
      </p:sp>
      <p:sp>
        <p:nvSpPr>
          <p:cNvPr id="66" name="Google Shape;568;p42"/>
          <p:cNvSpPr/>
          <p:nvPr/>
        </p:nvSpPr>
        <p:spPr>
          <a:xfrm>
            <a:off x="180000" y="575280"/>
            <a:ext cx="4288320" cy="810360"/>
          </a:xfrm>
          <a:prstGeom prst="rect">
            <a:avLst/>
          </a:prstGeom>
          <a:noFill/>
          <a:ln w="0">
            <a:noFill/>
          </a:ln>
        </p:spPr>
        <p:style>
          <a:lnRef idx="0"/>
          <a:fillRef idx="0"/>
          <a:effectRef idx="0"/>
          <a:fontRef idx="minor"/>
        </p:style>
        <p:txBody>
          <a:bodyPr lIns="162000" tIns="90000" rIns="162000" bIns="90000" anchor="t">
            <a:spAutoFit/>
          </a:bodyPr>
          <a:p>
            <a:pPr>
              <a:lnSpc>
                <a:spcPct val="115000"/>
              </a:lnSpc>
              <a:tabLst>
                <a:tab pos="0" algn="l"/>
              </a:tabLst>
            </a:pPr>
            <a:r>
              <a:rPr lang="es-419" sz="1900" b="0" u="none" strike="noStrike">
                <a:solidFill>
                  <a:srgbClr val="000000"/>
                </a:solidFill>
                <a:effectLst/>
                <a:uFillTx/>
                <a:latin typeface="Inter"/>
                <a:ea typeface="Inter"/>
              </a:rPr>
              <a:t>4 décadas simplificando las operaciones de nuestros clientes</a:t>
            </a:r>
            <a:endParaRPr lang="es-MX" sz="1900" b="0" u="none" strike="noStrike">
              <a:solidFill>
                <a:srgbClr val="000000"/>
              </a:solidFill>
              <a:effectLst/>
              <a:uFillTx/>
              <a:latin typeface="Arial"/>
            </a:endParaRPr>
          </a:p>
        </p:txBody>
      </p:sp>
      <p:sp>
        <p:nvSpPr>
          <p:cNvPr id="67" name="Google Shape;569;p42"/>
          <p:cNvSpPr/>
          <p:nvPr/>
        </p:nvSpPr>
        <p:spPr>
          <a:xfrm>
            <a:off x="180000" y="1447920"/>
            <a:ext cx="4249080" cy="1568520"/>
          </a:xfrm>
          <a:prstGeom prst="rect">
            <a:avLst/>
          </a:prstGeom>
          <a:noFill/>
          <a:ln w="0">
            <a:noFill/>
          </a:ln>
        </p:spPr>
        <p:style>
          <a:lnRef idx="0"/>
          <a:fillRef idx="0"/>
          <a:effectRef idx="0"/>
          <a:fontRef idx="minor"/>
        </p:style>
        <p:txBody>
          <a:bodyPr lIns="162000" tIns="90000" rIns="162000" bIns="91440" anchor="t">
            <a:spAutoFit/>
          </a:bodyPr>
          <a:p>
            <a:pPr>
              <a:lnSpc>
                <a:spcPct val="150000"/>
              </a:lnSpc>
              <a:spcAft>
                <a:spcPts val="1001"/>
              </a:spcAft>
              <a:tabLst>
                <a:tab pos="0" algn="l"/>
              </a:tabLst>
            </a:pPr>
            <a:r>
              <a:rPr lang="es-419" sz="900" b="0" u="none" strike="noStrike">
                <a:solidFill>
                  <a:srgbClr val="000000"/>
                </a:solidFill>
                <a:effectLst/>
                <a:uFillTx/>
                <a:latin typeface="Inter"/>
                <a:ea typeface="Inter"/>
              </a:rPr>
              <a:t>Somos un banco mexicano </a:t>
            </a:r>
            <a:r>
              <a:rPr lang="es-419" sz="900" b="1" u="none" strike="noStrike">
                <a:solidFill>
                  <a:srgbClr val="000000"/>
                </a:solidFill>
                <a:effectLst/>
                <a:uFillTx/>
                <a:latin typeface="Inter"/>
                <a:ea typeface="Inter"/>
              </a:rPr>
              <a:t>con 40 años de experiencia,</a:t>
            </a:r>
            <a:r>
              <a:rPr lang="es-419" sz="900" b="0" u="none" strike="noStrike">
                <a:solidFill>
                  <a:srgbClr val="000000"/>
                </a:solidFill>
                <a:effectLst/>
                <a:uFillTx/>
                <a:latin typeface="Inter"/>
                <a:ea typeface="Inter"/>
              </a:rPr>
              <a:t> especializado en impulsar el crecimiento de empresas y corporativos que operan y se expanden en mercados internacionales. Con visión estratégica y un conocimiento profundo del entorno financiero, acompañamos a nuestros clientes en la gestión de divisas y pagos internacionales, optimizando sus operaciones de tesorería con soluciones inteligentes y personalizadas que simplifican la toma de decisiones.</a:t>
            </a:r>
            <a:endParaRPr lang="es-MX" sz="900" b="0" u="none" strike="noStrike">
              <a:solidFill>
                <a:srgbClr val="000000"/>
              </a:solidFill>
              <a:effectLst/>
              <a:uFillTx/>
              <a:latin typeface="Arial"/>
            </a:endParaRPr>
          </a:p>
        </p:txBody>
      </p:sp>
      <p:pic>
        <p:nvPicPr>
          <p:cNvPr id="68" name="Google Shape;570;p42"/>
          <p:cNvPicPr/>
          <p:nvPr/>
        </p:nvPicPr>
        <p:blipFill>
          <a:blip r:embed="rId5"/>
          <a:stretch/>
        </p:blipFill>
        <p:spPr>
          <a:xfrm>
            <a:off x="1666800" y="3392640"/>
            <a:ext cx="1138320" cy="1014120"/>
          </a:xfrm>
          <a:prstGeom prst="rect">
            <a:avLst/>
          </a:prstGeom>
          <a:noFill/>
          <a:ln w="0">
            <a:noFill/>
          </a:ln>
        </p:spPr>
      </p:pic>
      <p:pic>
        <p:nvPicPr>
          <p:cNvPr id="69" name="Google Shape;571;p42"/>
          <p:cNvPicPr/>
          <p:nvPr/>
        </p:nvPicPr>
        <p:blipFill>
          <a:blip r:embed="rId6"/>
          <a:stretch/>
        </p:blipFill>
        <p:spPr>
          <a:xfrm>
            <a:off x="235080" y="3349080"/>
            <a:ext cx="1138320" cy="966240"/>
          </a:xfrm>
          <a:prstGeom prst="rect">
            <a:avLst/>
          </a:prstGeom>
          <a:noFill/>
          <a:ln w="0">
            <a:noFill/>
          </a:ln>
        </p:spPr>
      </p:pic>
      <p:sp>
        <p:nvSpPr>
          <p:cNvPr id="70" name="Google Shape;572;p42"/>
          <p:cNvSpPr/>
          <p:nvPr/>
        </p:nvSpPr>
        <p:spPr>
          <a:xfrm>
            <a:off x="255960" y="3300840"/>
            <a:ext cx="3861000" cy="353520"/>
          </a:xfrm>
          <a:prstGeom prst="rect">
            <a:avLst/>
          </a:prstGeom>
          <a:noFill/>
          <a:ln w="0">
            <a:noFill/>
          </a:ln>
        </p:spPr>
        <p:style>
          <a:lnRef idx="0"/>
          <a:fillRef idx="0"/>
          <a:effectRef idx="0"/>
          <a:fontRef idx="minor"/>
        </p:style>
        <p:txBody>
          <a:bodyPr tIns="91440" bIns="91440" anchor="t">
            <a:spAutoFit/>
          </a:bodyPr>
          <a:p>
            <a:pPr>
              <a:lnSpc>
                <a:spcPct val="100000"/>
              </a:lnSpc>
              <a:tabLst>
                <a:tab pos="0" algn="l"/>
              </a:tabLst>
            </a:pPr>
            <a:r>
              <a:rPr lang="es-419" sz="1100" b="0" u="none" strike="noStrike">
                <a:solidFill>
                  <a:srgbClr val="212626"/>
                </a:solidFill>
                <a:effectLst/>
                <a:uFillTx/>
                <a:latin typeface="Inter"/>
                <a:ea typeface="Inter"/>
              </a:rPr>
              <a:t>Agencias calificadoras reconocen nuestra trayectoria:</a:t>
            </a:r>
            <a:endParaRPr lang="es-MX" sz="1100" b="0" u="none" strike="noStrike">
              <a:solidFill>
                <a:srgbClr val="000000"/>
              </a:solidFill>
              <a:effectLst/>
              <a:uFillTx/>
              <a:latin typeface="Arial"/>
            </a:endParaRPr>
          </a:p>
        </p:txBody>
      </p:sp>
      <p:pic>
        <p:nvPicPr>
          <p:cNvPr id="71" name="Google Shape;573;p42"/>
          <p:cNvPicPr/>
          <p:nvPr/>
        </p:nvPicPr>
        <p:blipFill>
          <a:blip r:embed="rId7"/>
          <a:stretch/>
        </p:blipFill>
        <p:spPr>
          <a:xfrm>
            <a:off x="3144960" y="3709800"/>
            <a:ext cx="914400" cy="44028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Google Shape;578;p43"/>
          <p:cNvSpPr/>
          <p:nvPr/>
        </p:nvSpPr>
        <p:spPr>
          <a:xfrm>
            <a:off x="452160" y="823680"/>
            <a:ext cx="1013760" cy="990720"/>
          </a:xfrm>
          <a:prstGeom prst="roundRect">
            <a:avLst>
              <a:gd name="adj" fmla="val 8818"/>
            </a:avLst>
          </a:prstGeom>
          <a:solidFill>
            <a:srgbClr val="F3F3F3"/>
          </a:solidFill>
          <a:ln w="9525">
            <a:solidFill>
              <a:srgbClr val="EFEFEF"/>
            </a:solidFill>
            <a:round/>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73" name="Google Shape;579;p43"/>
          <p:cNvSpPr/>
          <p:nvPr/>
        </p:nvSpPr>
        <p:spPr>
          <a:xfrm>
            <a:off x="5621400" y="223920"/>
            <a:ext cx="3338280" cy="4328640"/>
          </a:xfrm>
          <a:prstGeom prst="roundRect">
            <a:avLst>
              <a:gd name="adj" fmla="val 4175"/>
            </a:avLst>
          </a:prstGeom>
          <a:blipFill rotWithShape="0">
            <a:blip r:embed="rId1"/>
            <a:srcRect/>
            <a:stretch/>
          </a:blipFill>
          <a:ln w="0">
            <a:noFill/>
          </a:ln>
        </p:spPr>
        <p:style>
          <a:lnRef idx="0"/>
          <a:fillRef idx="0"/>
          <a:effectRef idx="0"/>
          <a:fontRef idx="minor"/>
        </p:style>
        <p:txBody>
          <a:bodyPr lIns="90000" tIns="45000" rIns="90000" bIns="45000" anchor="t">
            <a:noAutofit/>
          </a:bodyPr>
          <a:p>
            <a:endParaRPr lang="es-MX" sz="1800" b="0" u="none" strike="noStrike">
              <a:solidFill>
                <a:srgbClr val="000000"/>
              </a:solidFill>
              <a:effectLst/>
              <a:uFillTx/>
              <a:latin typeface="Arial"/>
            </a:endParaRPr>
          </a:p>
        </p:txBody>
      </p:sp>
      <p:pic>
        <p:nvPicPr>
          <p:cNvPr id="74" name="Google Shape;580;p43"/>
          <p:cNvPicPr/>
          <p:nvPr/>
        </p:nvPicPr>
        <p:blipFill>
          <a:blip r:embed="rId2"/>
          <a:stretch/>
        </p:blipFill>
        <p:spPr>
          <a:xfrm>
            <a:off x="2554560" y="567360"/>
            <a:ext cx="9143640" cy="4683240"/>
          </a:xfrm>
          <a:prstGeom prst="rect">
            <a:avLst/>
          </a:prstGeom>
          <a:noFill/>
          <a:ln w="0">
            <a:noFill/>
          </a:ln>
        </p:spPr>
      </p:pic>
      <p:sp>
        <p:nvSpPr>
          <p:cNvPr id="75" name="Google Shape;581;p43"/>
          <p:cNvSpPr/>
          <p:nvPr/>
        </p:nvSpPr>
        <p:spPr>
          <a:xfrm>
            <a:off x="1280160" y="628560"/>
            <a:ext cx="3338280" cy="1057680"/>
          </a:xfrm>
          <a:prstGeom prst="roundRect">
            <a:avLst>
              <a:gd name="adj" fmla="val 8818"/>
            </a:avLst>
          </a:prstGeom>
          <a:solidFill>
            <a:schemeClr val="lt1"/>
          </a:solidFill>
          <a:ln w="9525">
            <a:solidFill>
              <a:srgbClr val="EFEFEF"/>
            </a:solidFill>
            <a:round/>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76" name="PlaceHolder 1"/>
          <p:cNvSpPr>
            <a:spLocks noGrp="1"/>
          </p:cNvSpPr>
          <p:nvPr>
            <p:ph type="sldNum" idx="11"/>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341EBC4E-5B36-4097-8CBF-B8AA26386EFE}" type="slidenum">
              <a:rPr lang="es-419" sz="800" b="1" u="none" strike="noStrike">
                <a:solidFill>
                  <a:schemeClr val="dk1"/>
                </a:solidFill>
                <a:effectLst/>
                <a:uFillTx/>
                <a:latin typeface="Inter"/>
                <a:ea typeface="Inter"/>
              </a:rPr>
              <a:t>4</a:t>
            </a:fld>
            <a:endParaRPr lang="es-MX" sz="800" b="0" u="none" strike="noStrike">
              <a:solidFill>
                <a:srgbClr val="000000"/>
              </a:solidFill>
              <a:effectLst/>
              <a:uFillTx/>
              <a:latin typeface="Times New Roman"/>
            </a:endParaRPr>
          </a:p>
        </p:txBody>
      </p:sp>
      <p:sp>
        <p:nvSpPr>
          <p:cNvPr id="77" name="Google Shape;583;p43"/>
          <p:cNvSpPr/>
          <p:nvPr/>
        </p:nvSpPr>
        <p:spPr>
          <a:xfrm>
            <a:off x="76320" y="76320"/>
            <a:ext cx="3847320" cy="520200"/>
          </a:xfrm>
          <a:prstGeom prst="rect">
            <a:avLst/>
          </a:prstGeom>
          <a:noFill/>
          <a:ln w="0">
            <a:noFill/>
          </a:ln>
        </p:spPr>
        <p:style>
          <a:lnRef idx="0"/>
          <a:fillRef idx="0"/>
          <a:effectRef idx="0"/>
          <a:fontRef idx="minor"/>
        </p:style>
        <p:txBody>
          <a:bodyPr lIns="162000" tIns="90000" rIns="162000" bIns="90000" anchor="t">
            <a:spAutoFit/>
          </a:bodyPr>
          <a:p>
            <a:pPr>
              <a:lnSpc>
                <a:spcPct val="100000"/>
              </a:lnSpc>
              <a:tabLst>
                <a:tab pos="0" algn="l"/>
              </a:tabLst>
            </a:pPr>
            <a:r>
              <a:rPr lang="es-419" sz="2200" b="1" u="none" strike="noStrike">
                <a:solidFill>
                  <a:srgbClr val="000000"/>
                </a:solidFill>
                <a:effectLst/>
                <a:uFillTx/>
                <a:latin typeface="Inter"/>
                <a:ea typeface="Inter"/>
              </a:rPr>
              <a:t>Nuestra</a:t>
            </a:r>
            <a:r>
              <a:rPr lang="es-419" sz="2200" b="0" u="none" strike="noStrike">
                <a:solidFill>
                  <a:srgbClr val="000000"/>
                </a:solidFill>
                <a:effectLst/>
                <a:uFillTx/>
                <a:latin typeface="Inter"/>
                <a:ea typeface="Inter"/>
              </a:rPr>
              <a:t> </a:t>
            </a:r>
            <a:r>
              <a:rPr lang="es-419" sz="2200" b="1" u="none" strike="noStrike">
                <a:solidFill>
                  <a:schemeClr val="accent1"/>
                </a:solidFill>
                <a:effectLst/>
                <a:uFillTx/>
                <a:latin typeface="Inter"/>
                <a:ea typeface="Inter"/>
              </a:rPr>
              <a:t>filosofía</a:t>
            </a:r>
            <a:endParaRPr lang="es-MX" sz="2200" b="0" u="none" strike="noStrike">
              <a:solidFill>
                <a:srgbClr val="000000"/>
              </a:solidFill>
              <a:effectLst/>
              <a:uFillTx/>
              <a:latin typeface="Arial"/>
            </a:endParaRPr>
          </a:p>
        </p:txBody>
      </p:sp>
      <p:sp>
        <p:nvSpPr>
          <p:cNvPr id="78" name="PlaceHolder 2"/>
          <p:cNvSpPr>
            <a:spLocks noGrp="1"/>
          </p:cNvSpPr>
          <p:nvPr>
            <p:ph/>
          </p:nvPr>
        </p:nvSpPr>
        <p:spPr>
          <a:xfrm>
            <a:off x="1302480" y="700560"/>
            <a:ext cx="3293640" cy="913680"/>
          </a:xfrm>
          <a:prstGeom prst="rect">
            <a:avLst/>
          </a:prstGeom>
          <a:noFill/>
          <a:ln w="0">
            <a:noFill/>
          </a:ln>
        </p:spPr>
        <p:txBody>
          <a:bodyPr lIns="91440" tIns="91440" rIns="91440" bIns="91440" anchor="ctr">
            <a:noAutofit/>
          </a:bodyPr>
          <a:p>
            <a:pPr indent="0" algn="l">
              <a:lnSpc>
                <a:spcPct val="100000"/>
              </a:lnSpc>
              <a:buNone/>
              <a:tabLst>
                <a:tab pos="0" algn="l"/>
              </a:tabLst>
            </a:pPr>
            <a:r>
              <a:rPr lang="es-419" sz="1700" b="1" u="none" strike="noStrike">
                <a:solidFill>
                  <a:schemeClr val="accent1"/>
                </a:solidFill>
                <a:effectLst/>
                <a:uFillTx/>
                <a:latin typeface="Inter"/>
                <a:ea typeface="Inter"/>
              </a:rPr>
              <a:t>Propósito</a:t>
            </a:r>
            <a:endParaRPr lang="es-MX" sz="1700" b="0" u="none" strike="noStrike">
              <a:solidFill>
                <a:srgbClr val="000000"/>
              </a:solidFill>
              <a:effectLst/>
              <a:uFillTx/>
              <a:latin typeface="Arial"/>
            </a:endParaRPr>
          </a:p>
          <a:p>
            <a:pPr indent="0" algn="l">
              <a:lnSpc>
                <a:spcPct val="100000"/>
              </a:lnSpc>
              <a:buNone/>
              <a:tabLst>
                <a:tab pos="0" algn="l"/>
              </a:tabLst>
            </a:pPr>
            <a:endParaRPr lang="es-MX" sz="200" b="0" u="none" strike="noStrike">
              <a:solidFill>
                <a:srgbClr val="000000"/>
              </a:solidFill>
              <a:effectLst/>
              <a:uFillTx/>
              <a:latin typeface="Arial"/>
            </a:endParaRPr>
          </a:p>
          <a:p>
            <a:pPr indent="0" algn="l">
              <a:lnSpc>
                <a:spcPct val="100000"/>
              </a:lnSpc>
              <a:buNone/>
              <a:tabLst>
                <a:tab pos="0" algn="l"/>
              </a:tabLst>
            </a:pPr>
            <a:r>
              <a:rPr lang="es-419" sz="700" b="0" u="none" strike="noStrike">
                <a:solidFill>
                  <a:srgbClr val="000000"/>
                </a:solidFill>
                <a:effectLst/>
                <a:uFillTx/>
                <a:latin typeface="Inter"/>
                <a:ea typeface="Inter"/>
              </a:rPr>
              <a:t>(Por qué estamos aquí y por qué hacemos lo que hacemos)</a:t>
            </a:r>
            <a:endParaRPr lang="es-MX" sz="700" b="0" u="none" strike="noStrike">
              <a:solidFill>
                <a:srgbClr val="000000"/>
              </a:solidFill>
              <a:effectLst/>
              <a:uFillTx/>
              <a:latin typeface="Arial"/>
            </a:endParaRPr>
          </a:p>
          <a:p>
            <a:pPr indent="0" algn="l">
              <a:lnSpc>
                <a:spcPct val="100000"/>
              </a:lnSpc>
              <a:buNone/>
              <a:tabLst>
                <a:tab pos="0" algn="l"/>
              </a:tabLst>
            </a:pPr>
            <a:endParaRPr lang="es-MX" sz="700" b="0" u="none" strike="noStrike">
              <a:solidFill>
                <a:srgbClr val="000000"/>
              </a:solidFill>
              <a:effectLst/>
              <a:uFillTx/>
              <a:latin typeface="Arial"/>
            </a:endParaRPr>
          </a:p>
          <a:p>
            <a:pPr indent="0" algn="l">
              <a:lnSpc>
                <a:spcPct val="100000"/>
              </a:lnSpc>
              <a:buNone/>
              <a:tabLst>
                <a:tab pos="0" algn="l"/>
              </a:tabLst>
            </a:pPr>
            <a:r>
              <a:rPr lang="es-419" sz="1000" b="0" u="none" strike="noStrike">
                <a:solidFill>
                  <a:srgbClr val="000000"/>
                </a:solidFill>
                <a:effectLst/>
                <a:uFillTx/>
                <a:latin typeface="Inter"/>
                <a:ea typeface="Inter"/>
              </a:rPr>
              <a:t>Creemos en </a:t>
            </a:r>
            <a:r>
              <a:rPr lang="es-419" sz="1000" b="1" u="none" strike="noStrike">
                <a:solidFill>
                  <a:srgbClr val="000000"/>
                </a:solidFill>
                <a:effectLst/>
                <a:uFillTx/>
                <a:latin typeface="Inter"/>
                <a:ea typeface="Inter"/>
              </a:rPr>
              <a:t>un futuro mejor para todos</a:t>
            </a:r>
            <a:r>
              <a:rPr lang="es-419" sz="1000" b="0" u="none" strike="noStrike">
                <a:solidFill>
                  <a:srgbClr val="000000"/>
                </a:solidFill>
                <a:effectLst/>
                <a:uFillTx/>
                <a:latin typeface="Inter"/>
                <a:ea typeface="Inter"/>
              </a:rPr>
              <a:t>, haciendo las cosas bien y ayudándote a cumplir tus metas.</a:t>
            </a:r>
            <a:endParaRPr lang="es-MX" sz="1000" b="0" u="none" strike="noStrike">
              <a:solidFill>
                <a:srgbClr val="000000"/>
              </a:solidFill>
              <a:effectLst/>
              <a:uFillTx/>
              <a:latin typeface="Arial"/>
            </a:endParaRPr>
          </a:p>
        </p:txBody>
      </p:sp>
      <p:pic>
        <p:nvPicPr>
          <p:cNvPr id="79" name="Google Shape;585;p43"/>
          <p:cNvPicPr/>
          <p:nvPr/>
        </p:nvPicPr>
        <p:blipFill>
          <a:blip r:embed="rId3"/>
          <a:stretch/>
        </p:blipFill>
        <p:spPr>
          <a:xfrm>
            <a:off x="599040" y="1066680"/>
            <a:ext cx="548280" cy="531000"/>
          </a:xfrm>
          <a:prstGeom prst="rect">
            <a:avLst/>
          </a:prstGeom>
          <a:noFill/>
          <a:ln w="0">
            <a:noFill/>
          </a:ln>
        </p:spPr>
      </p:pic>
      <p:sp>
        <p:nvSpPr>
          <p:cNvPr id="80" name="Google Shape;586;p43"/>
          <p:cNvSpPr/>
          <p:nvPr/>
        </p:nvSpPr>
        <p:spPr>
          <a:xfrm>
            <a:off x="452160" y="2159280"/>
            <a:ext cx="1013760" cy="990720"/>
          </a:xfrm>
          <a:prstGeom prst="roundRect">
            <a:avLst>
              <a:gd name="adj" fmla="val 8818"/>
            </a:avLst>
          </a:prstGeom>
          <a:solidFill>
            <a:srgbClr val="F3F3F3"/>
          </a:solidFill>
          <a:ln w="9525">
            <a:solidFill>
              <a:srgbClr val="EFEFEF"/>
            </a:solidFill>
            <a:round/>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81" name="Google Shape;587;p43"/>
          <p:cNvSpPr/>
          <p:nvPr/>
        </p:nvSpPr>
        <p:spPr>
          <a:xfrm>
            <a:off x="1280160" y="1964160"/>
            <a:ext cx="3338280" cy="1057680"/>
          </a:xfrm>
          <a:prstGeom prst="roundRect">
            <a:avLst>
              <a:gd name="adj" fmla="val 8818"/>
            </a:avLst>
          </a:prstGeom>
          <a:solidFill>
            <a:schemeClr val="lt1"/>
          </a:solidFill>
          <a:ln w="9525">
            <a:solidFill>
              <a:srgbClr val="EFEFEF"/>
            </a:solidFill>
            <a:round/>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82" name="PlaceHolder 3"/>
          <p:cNvSpPr>
            <a:spLocks noGrp="1"/>
          </p:cNvSpPr>
          <p:nvPr>
            <p:ph/>
          </p:nvPr>
        </p:nvSpPr>
        <p:spPr>
          <a:xfrm>
            <a:off x="1302480" y="2036160"/>
            <a:ext cx="3293640" cy="913680"/>
          </a:xfrm>
          <a:prstGeom prst="rect">
            <a:avLst/>
          </a:prstGeom>
          <a:noFill/>
          <a:ln w="0">
            <a:noFill/>
          </a:ln>
        </p:spPr>
        <p:txBody>
          <a:bodyPr lIns="91440" tIns="91440" rIns="91440" bIns="91440" anchor="ctr">
            <a:noAutofit/>
          </a:bodyPr>
          <a:p>
            <a:pPr indent="0" algn="l">
              <a:lnSpc>
                <a:spcPct val="100000"/>
              </a:lnSpc>
              <a:buNone/>
              <a:tabLst>
                <a:tab pos="0" algn="l"/>
              </a:tabLst>
            </a:pPr>
            <a:r>
              <a:rPr lang="es-419" sz="1700" b="1" u="none" strike="noStrike">
                <a:solidFill>
                  <a:schemeClr val="accent1"/>
                </a:solidFill>
                <a:effectLst/>
                <a:uFillTx/>
                <a:latin typeface="Inter"/>
                <a:ea typeface="Inter"/>
              </a:rPr>
              <a:t>Mantra</a:t>
            </a:r>
            <a:endParaRPr lang="es-MX" sz="1700" b="0" u="none" strike="noStrike">
              <a:solidFill>
                <a:srgbClr val="000000"/>
              </a:solidFill>
              <a:effectLst/>
              <a:uFillTx/>
              <a:latin typeface="Arial"/>
            </a:endParaRPr>
          </a:p>
          <a:p>
            <a:pPr indent="0" algn="l">
              <a:lnSpc>
                <a:spcPct val="100000"/>
              </a:lnSpc>
              <a:buNone/>
              <a:tabLst>
                <a:tab pos="0" algn="l"/>
              </a:tabLst>
            </a:pPr>
            <a:endParaRPr lang="es-MX" sz="200" b="0" u="none" strike="noStrike">
              <a:solidFill>
                <a:srgbClr val="000000"/>
              </a:solidFill>
              <a:effectLst/>
              <a:uFillTx/>
              <a:latin typeface="Arial"/>
            </a:endParaRPr>
          </a:p>
          <a:p>
            <a:pPr indent="0" algn="l">
              <a:lnSpc>
                <a:spcPct val="100000"/>
              </a:lnSpc>
              <a:buNone/>
              <a:tabLst>
                <a:tab pos="0" algn="l"/>
              </a:tabLst>
            </a:pPr>
            <a:r>
              <a:rPr lang="es-419" sz="700" b="0" u="none" strike="noStrike">
                <a:solidFill>
                  <a:srgbClr val="000000"/>
                </a:solidFill>
                <a:effectLst/>
                <a:uFillTx/>
                <a:latin typeface="Inter"/>
                <a:ea typeface="Inter"/>
              </a:rPr>
              <a:t>(Frase corta para recordar y compartir rápidamente nuestro propósito)</a:t>
            </a:r>
            <a:endParaRPr lang="es-MX" sz="700" b="0" u="none" strike="noStrike">
              <a:solidFill>
                <a:srgbClr val="000000"/>
              </a:solidFill>
              <a:effectLst/>
              <a:uFillTx/>
              <a:latin typeface="Arial"/>
            </a:endParaRPr>
          </a:p>
          <a:p>
            <a:pPr indent="0" algn="l">
              <a:lnSpc>
                <a:spcPct val="100000"/>
              </a:lnSpc>
              <a:buNone/>
              <a:tabLst>
                <a:tab pos="0" algn="l"/>
              </a:tabLst>
            </a:pPr>
            <a:endParaRPr lang="es-MX" sz="700" b="0" u="none" strike="noStrike">
              <a:solidFill>
                <a:srgbClr val="000000"/>
              </a:solidFill>
              <a:effectLst/>
              <a:uFillTx/>
              <a:latin typeface="Arial"/>
            </a:endParaRPr>
          </a:p>
          <a:p>
            <a:pPr indent="0" algn="l">
              <a:lnSpc>
                <a:spcPct val="100000"/>
              </a:lnSpc>
              <a:buNone/>
              <a:tabLst>
                <a:tab pos="0" algn="l"/>
              </a:tabLst>
            </a:pPr>
            <a:r>
              <a:rPr lang="es-419" sz="1100" b="0" u="none" strike="noStrike">
                <a:solidFill>
                  <a:srgbClr val="000000"/>
                </a:solidFill>
                <a:effectLst/>
                <a:uFillTx/>
                <a:latin typeface="Inter"/>
                <a:ea typeface="Inter"/>
              </a:rPr>
              <a:t>Hacemos tu vida </a:t>
            </a:r>
            <a:r>
              <a:rPr lang="es-419" sz="1100" b="1" u="none" strike="noStrike">
                <a:solidFill>
                  <a:srgbClr val="000000"/>
                </a:solidFill>
                <a:effectLst/>
                <a:uFillTx/>
                <a:latin typeface="Inter"/>
                <a:ea typeface="Inter"/>
              </a:rPr>
              <a:t>más sencilla</a:t>
            </a:r>
            <a:r>
              <a:rPr lang="es-419" sz="1100" b="0" u="none" strike="noStrike">
                <a:solidFill>
                  <a:srgbClr val="000000"/>
                </a:solidFill>
                <a:effectLst/>
                <a:uFillTx/>
                <a:latin typeface="Inter"/>
                <a:ea typeface="Inter"/>
              </a:rPr>
              <a:t>.</a:t>
            </a:r>
            <a:endParaRPr lang="es-MX" sz="1100" b="0" u="none" strike="noStrike">
              <a:solidFill>
                <a:srgbClr val="000000"/>
              </a:solidFill>
              <a:effectLst/>
              <a:uFillTx/>
              <a:latin typeface="Arial"/>
            </a:endParaRPr>
          </a:p>
        </p:txBody>
      </p:sp>
      <p:sp>
        <p:nvSpPr>
          <p:cNvPr id="83" name="Google Shape;589;p43"/>
          <p:cNvSpPr/>
          <p:nvPr/>
        </p:nvSpPr>
        <p:spPr>
          <a:xfrm>
            <a:off x="452160" y="3495240"/>
            <a:ext cx="1013760" cy="990720"/>
          </a:xfrm>
          <a:prstGeom prst="roundRect">
            <a:avLst>
              <a:gd name="adj" fmla="val 8818"/>
            </a:avLst>
          </a:prstGeom>
          <a:solidFill>
            <a:srgbClr val="F3F3F3"/>
          </a:solidFill>
          <a:ln w="9525">
            <a:solidFill>
              <a:srgbClr val="EFEFEF"/>
            </a:solidFill>
            <a:round/>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84" name="Google Shape;590;p43"/>
          <p:cNvSpPr/>
          <p:nvPr/>
        </p:nvSpPr>
        <p:spPr>
          <a:xfrm>
            <a:off x="1280160" y="3300120"/>
            <a:ext cx="3338280" cy="1057680"/>
          </a:xfrm>
          <a:prstGeom prst="roundRect">
            <a:avLst>
              <a:gd name="adj" fmla="val 8818"/>
            </a:avLst>
          </a:prstGeom>
          <a:solidFill>
            <a:schemeClr val="lt1"/>
          </a:solidFill>
          <a:ln w="9525">
            <a:solidFill>
              <a:srgbClr val="EFEFEF"/>
            </a:solidFill>
            <a:round/>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85" name="PlaceHolder 4"/>
          <p:cNvSpPr>
            <a:spLocks noGrp="1"/>
          </p:cNvSpPr>
          <p:nvPr>
            <p:ph/>
          </p:nvPr>
        </p:nvSpPr>
        <p:spPr>
          <a:xfrm>
            <a:off x="1302480" y="3372120"/>
            <a:ext cx="3293640" cy="913680"/>
          </a:xfrm>
          <a:prstGeom prst="rect">
            <a:avLst/>
          </a:prstGeom>
          <a:noFill/>
          <a:ln w="0">
            <a:noFill/>
          </a:ln>
        </p:spPr>
        <p:txBody>
          <a:bodyPr lIns="91440" tIns="91440" rIns="91440" bIns="91440" anchor="ctr">
            <a:noAutofit/>
          </a:bodyPr>
          <a:p>
            <a:pPr indent="0" algn="l">
              <a:lnSpc>
                <a:spcPct val="100000"/>
              </a:lnSpc>
              <a:buNone/>
              <a:tabLst>
                <a:tab pos="0" algn="l"/>
              </a:tabLst>
            </a:pPr>
            <a:r>
              <a:rPr lang="es-419" sz="1700" b="1" u="none" strike="noStrike">
                <a:solidFill>
                  <a:schemeClr val="accent1"/>
                </a:solidFill>
                <a:effectLst/>
                <a:uFillTx/>
                <a:latin typeface="Inter"/>
                <a:ea typeface="Inter"/>
              </a:rPr>
              <a:t>Visión</a:t>
            </a:r>
            <a:endParaRPr lang="es-MX" sz="1700" b="0" u="none" strike="noStrike">
              <a:solidFill>
                <a:srgbClr val="000000"/>
              </a:solidFill>
              <a:effectLst/>
              <a:uFillTx/>
              <a:latin typeface="Arial"/>
            </a:endParaRPr>
          </a:p>
          <a:p>
            <a:pPr indent="0" algn="l">
              <a:lnSpc>
                <a:spcPct val="100000"/>
              </a:lnSpc>
              <a:buNone/>
              <a:tabLst>
                <a:tab pos="0" algn="l"/>
              </a:tabLst>
            </a:pPr>
            <a:endParaRPr lang="es-MX" sz="200" b="0" u="none" strike="noStrike">
              <a:solidFill>
                <a:srgbClr val="000000"/>
              </a:solidFill>
              <a:effectLst/>
              <a:uFillTx/>
              <a:latin typeface="Arial"/>
            </a:endParaRPr>
          </a:p>
          <a:p>
            <a:pPr indent="0" algn="l">
              <a:lnSpc>
                <a:spcPct val="100000"/>
              </a:lnSpc>
              <a:buNone/>
              <a:tabLst>
                <a:tab pos="0" algn="l"/>
              </a:tabLst>
            </a:pPr>
            <a:r>
              <a:rPr lang="es-419" sz="700" b="0" u="none" strike="noStrike">
                <a:solidFill>
                  <a:srgbClr val="000000"/>
                </a:solidFill>
                <a:effectLst/>
                <a:uFillTx/>
                <a:latin typeface="Inter"/>
                <a:ea typeface="Inter"/>
              </a:rPr>
              <a:t>(Cómo vamos a manifestar nuestro propósito y qué queremos ser. Es el filtro de todas nuestras decisiones)</a:t>
            </a:r>
            <a:endParaRPr lang="es-MX" sz="700" b="0" u="none" strike="noStrike">
              <a:solidFill>
                <a:srgbClr val="000000"/>
              </a:solidFill>
              <a:effectLst/>
              <a:uFillTx/>
              <a:latin typeface="Arial"/>
            </a:endParaRPr>
          </a:p>
          <a:p>
            <a:pPr indent="0" algn="l">
              <a:lnSpc>
                <a:spcPct val="100000"/>
              </a:lnSpc>
              <a:buNone/>
              <a:tabLst>
                <a:tab pos="0" algn="l"/>
              </a:tabLst>
            </a:pPr>
            <a:endParaRPr lang="es-MX" sz="700" b="0" u="none" strike="noStrike">
              <a:solidFill>
                <a:srgbClr val="000000"/>
              </a:solidFill>
              <a:effectLst/>
              <a:uFillTx/>
              <a:latin typeface="Arial"/>
            </a:endParaRPr>
          </a:p>
          <a:p>
            <a:pPr indent="0" algn="l">
              <a:lnSpc>
                <a:spcPct val="100000"/>
              </a:lnSpc>
              <a:buNone/>
              <a:tabLst>
                <a:tab pos="0" algn="l"/>
              </a:tabLst>
            </a:pPr>
            <a:r>
              <a:rPr lang="es-419" sz="1000" b="0" u="none" strike="noStrike">
                <a:solidFill>
                  <a:srgbClr val="000000"/>
                </a:solidFill>
                <a:effectLst/>
                <a:uFillTx/>
                <a:latin typeface="Inter"/>
                <a:ea typeface="Inter"/>
              </a:rPr>
              <a:t>Ser la institución financiera de relación que ofrece </a:t>
            </a:r>
            <a:r>
              <a:rPr lang="es-419" sz="1000" b="1" u="none" strike="noStrike">
                <a:solidFill>
                  <a:srgbClr val="000000"/>
                </a:solidFill>
                <a:effectLst/>
                <a:uFillTx/>
                <a:latin typeface="Inter"/>
                <a:ea typeface="Inter"/>
              </a:rPr>
              <a:t>la mejor experiencia al cliente</a:t>
            </a:r>
            <a:r>
              <a:rPr lang="es-419" sz="1000" b="0" u="none" strike="noStrike">
                <a:solidFill>
                  <a:srgbClr val="000000"/>
                </a:solidFill>
                <a:effectLst/>
                <a:uFillTx/>
                <a:latin typeface="Inter"/>
                <a:ea typeface="Inter"/>
              </a:rPr>
              <a:t> en México.</a:t>
            </a:r>
            <a:endParaRPr lang="es-MX" sz="1000" b="0" u="none" strike="noStrike">
              <a:solidFill>
                <a:srgbClr val="000000"/>
              </a:solidFill>
              <a:effectLst/>
              <a:uFillTx/>
              <a:latin typeface="Arial"/>
            </a:endParaRPr>
          </a:p>
        </p:txBody>
      </p:sp>
      <p:pic>
        <p:nvPicPr>
          <p:cNvPr id="86" name="Google Shape;592;p43"/>
          <p:cNvPicPr/>
          <p:nvPr/>
        </p:nvPicPr>
        <p:blipFill>
          <a:blip r:embed="rId4"/>
          <a:stretch/>
        </p:blipFill>
        <p:spPr>
          <a:xfrm>
            <a:off x="614880" y="2401920"/>
            <a:ext cx="503280" cy="520200"/>
          </a:xfrm>
          <a:prstGeom prst="rect">
            <a:avLst/>
          </a:prstGeom>
          <a:noFill/>
          <a:ln w="0">
            <a:noFill/>
          </a:ln>
        </p:spPr>
      </p:pic>
      <p:pic>
        <p:nvPicPr>
          <p:cNvPr id="87" name="Google Shape;593;p43"/>
          <p:cNvPicPr/>
          <p:nvPr/>
        </p:nvPicPr>
        <p:blipFill>
          <a:blip r:embed="rId5"/>
          <a:stretch/>
        </p:blipFill>
        <p:spPr>
          <a:xfrm>
            <a:off x="634680" y="3656160"/>
            <a:ext cx="503280" cy="70164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Google Shape;598;p44"/>
          <p:cNvSpPr/>
          <p:nvPr/>
        </p:nvSpPr>
        <p:spPr>
          <a:xfrm>
            <a:off x="658080" y="1128240"/>
            <a:ext cx="2286720" cy="3038760"/>
          </a:xfrm>
          <a:prstGeom prst="roundRect">
            <a:avLst>
              <a:gd name="adj" fmla="val 8818"/>
            </a:avLst>
          </a:prstGeom>
          <a:solidFill>
            <a:schemeClr val="lt1"/>
          </a:solidFill>
          <a:ln w="9525">
            <a:solidFill>
              <a:srgbClr val="D9D9D9"/>
            </a:solidFill>
            <a:round/>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89" name="PlaceHolder 1"/>
          <p:cNvSpPr>
            <a:spLocks noGrp="1"/>
          </p:cNvSpPr>
          <p:nvPr>
            <p:ph type="sldNum" idx="12"/>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4E8497DA-E22E-4031-AA60-2D0217C1328F}" type="slidenum">
              <a:rPr lang="es-419" sz="800" b="1" u="none" strike="noStrike">
                <a:solidFill>
                  <a:schemeClr val="dk1"/>
                </a:solidFill>
                <a:effectLst/>
                <a:uFillTx/>
                <a:latin typeface="Inter"/>
                <a:ea typeface="Inter"/>
              </a:rPr>
              <a:t>5</a:t>
            </a:fld>
            <a:endParaRPr lang="es-MX" sz="800" b="0" u="none" strike="noStrike">
              <a:solidFill>
                <a:srgbClr val="000000"/>
              </a:solidFill>
              <a:effectLst/>
              <a:uFillTx/>
              <a:latin typeface="Times New Roman"/>
            </a:endParaRPr>
          </a:p>
        </p:txBody>
      </p:sp>
      <p:sp>
        <p:nvSpPr>
          <p:cNvPr id="90" name="Google Shape;600;p44"/>
          <p:cNvSpPr/>
          <p:nvPr/>
        </p:nvSpPr>
        <p:spPr>
          <a:xfrm>
            <a:off x="2599200" y="271800"/>
            <a:ext cx="3847320" cy="596880"/>
          </a:xfrm>
          <a:prstGeom prst="rect">
            <a:avLst/>
          </a:prstGeom>
          <a:noFill/>
          <a:ln w="0">
            <a:noFill/>
          </a:ln>
        </p:spPr>
        <p:style>
          <a:lnRef idx="0"/>
          <a:fillRef idx="0"/>
          <a:effectRef idx="0"/>
          <a:fontRef idx="minor"/>
        </p:style>
        <p:txBody>
          <a:bodyPr lIns="162000" tIns="90000" rIns="162000" bIns="90000" anchor="t">
            <a:spAutoFit/>
          </a:bodyPr>
          <a:p>
            <a:pPr algn="ctr">
              <a:lnSpc>
                <a:spcPct val="100000"/>
              </a:lnSpc>
              <a:tabLst>
                <a:tab pos="0" algn="l"/>
              </a:tabLst>
            </a:pPr>
            <a:r>
              <a:rPr lang="es-419" sz="2700" b="1" u="none" strike="noStrike">
                <a:solidFill>
                  <a:srgbClr val="000000"/>
                </a:solidFill>
                <a:effectLst/>
                <a:uFillTx/>
                <a:latin typeface="Inter"/>
                <a:ea typeface="Inter"/>
              </a:rPr>
              <a:t>Nuestra</a:t>
            </a:r>
            <a:r>
              <a:rPr lang="es-419" sz="2700" b="0" u="none" strike="noStrike">
                <a:solidFill>
                  <a:srgbClr val="000000"/>
                </a:solidFill>
                <a:effectLst/>
                <a:uFillTx/>
                <a:latin typeface="Inter"/>
                <a:ea typeface="Inter"/>
              </a:rPr>
              <a:t> </a:t>
            </a:r>
            <a:r>
              <a:rPr lang="es-419" sz="2700" b="1" u="none" strike="noStrike">
                <a:solidFill>
                  <a:schemeClr val="dk1"/>
                </a:solidFill>
                <a:effectLst/>
                <a:uFillTx/>
                <a:latin typeface="Inter"/>
                <a:ea typeface="Inter"/>
              </a:rPr>
              <a:t>filosofía</a:t>
            </a:r>
            <a:endParaRPr lang="es-MX" sz="2700" b="0" u="none" strike="noStrike">
              <a:solidFill>
                <a:srgbClr val="000000"/>
              </a:solidFill>
              <a:effectLst/>
              <a:uFillTx/>
              <a:latin typeface="Arial"/>
            </a:endParaRPr>
          </a:p>
        </p:txBody>
      </p:sp>
      <p:sp>
        <p:nvSpPr>
          <p:cNvPr id="91" name="PlaceHolder 2"/>
          <p:cNvSpPr>
            <a:spLocks noGrp="1"/>
          </p:cNvSpPr>
          <p:nvPr>
            <p:ph/>
          </p:nvPr>
        </p:nvSpPr>
        <p:spPr>
          <a:xfrm>
            <a:off x="828720" y="2493000"/>
            <a:ext cx="1945440" cy="1554120"/>
          </a:xfrm>
          <a:prstGeom prst="rect">
            <a:avLst/>
          </a:prstGeom>
          <a:noFill/>
          <a:ln w="0">
            <a:noFill/>
          </a:ln>
        </p:spPr>
        <p:txBody>
          <a:bodyPr lIns="91440" tIns="91440" rIns="91440" bIns="91440" anchor="t">
            <a:noAutofit/>
          </a:bodyPr>
          <a:p>
            <a:pPr indent="0" algn="ctr">
              <a:lnSpc>
                <a:spcPct val="100000"/>
              </a:lnSpc>
              <a:buNone/>
              <a:tabLst>
                <a:tab pos="0" algn="l"/>
              </a:tabLst>
            </a:pPr>
            <a:r>
              <a:rPr lang="es-419" sz="1700" b="1" u="none" strike="noStrike">
                <a:solidFill>
                  <a:schemeClr val="accent1"/>
                </a:solidFill>
                <a:effectLst/>
                <a:uFillTx/>
                <a:latin typeface="Inter"/>
                <a:ea typeface="Inter"/>
              </a:rPr>
              <a:t>Propósito</a:t>
            </a:r>
            <a:endParaRPr lang="es-MX" sz="1700" b="0" u="none" strike="noStrike">
              <a:solidFill>
                <a:srgbClr val="000000"/>
              </a:solidFill>
              <a:effectLst/>
              <a:uFillTx/>
              <a:latin typeface="Arial"/>
            </a:endParaRPr>
          </a:p>
          <a:p>
            <a:pPr indent="0" algn="ctr">
              <a:lnSpc>
                <a:spcPct val="100000"/>
              </a:lnSpc>
              <a:buNone/>
              <a:tabLst>
                <a:tab pos="0" algn="l"/>
              </a:tabLst>
            </a:pPr>
            <a:endParaRPr lang="es-MX" sz="200" b="0" u="none" strike="noStrike">
              <a:solidFill>
                <a:srgbClr val="000000"/>
              </a:solidFill>
              <a:effectLst/>
              <a:uFillTx/>
              <a:latin typeface="Arial"/>
            </a:endParaRPr>
          </a:p>
          <a:p>
            <a:pPr indent="0" algn="ctr">
              <a:lnSpc>
                <a:spcPct val="100000"/>
              </a:lnSpc>
              <a:buNone/>
              <a:tabLst>
                <a:tab pos="0" algn="l"/>
              </a:tabLst>
            </a:pPr>
            <a:r>
              <a:rPr lang="es-419" sz="700" b="0" u="none" strike="noStrike">
                <a:solidFill>
                  <a:srgbClr val="000000"/>
                </a:solidFill>
                <a:effectLst/>
                <a:uFillTx/>
                <a:latin typeface="Inter"/>
                <a:ea typeface="Inter"/>
              </a:rPr>
              <a:t>(Por qué estamos aquí y por qué hacemos lo que hacemos)</a:t>
            </a:r>
            <a:endParaRPr lang="es-MX" sz="700" b="0" u="none" strike="noStrike">
              <a:solidFill>
                <a:srgbClr val="000000"/>
              </a:solidFill>
              <a:effectLst/>
              <a:uFillTx/>
              <a:latin typeface="Arial"/>
            </a:endParaRPr>
          </a:p>
          <a:p>
            <a:pPr indent="0" algn="ctr">
              <a:lnSpc>
                <a:spcPct val="100000"/>
              </a:lnSpc>
              <a:buNone/>
              <a:tabLst>
                <a:tab pos="0" algn="l"/>
              </a:tabLst>
            </a:pPr>
            <a:endParaRPr lang="es-MX" sz="700" b="0" u="none" strike="noStrike">
              <a:solidFill>
                <a:srgbClr val="000000"/>
              </a:solidFill>
              <a:effectLst/>
              <a:uFillTx/>
              <a:latin typeface="Arial"/>
            </a:endParaRPr>
          </a:p>
          <a:p>
            <a:pPr indent="0" algn="ctr">
              <a:lnSpc>
                <a:spcPct val="100000"/>
              </a:lnSpc>
              <a:buNone/>
              <a:tabLst>
                <a:tab pos="0" algn="l"/>
              </a:tabLst>
            </a:pPr>
            <a:endParaRPr lang="es-MX" sz="700" b="0" u="none" strike="noStrike">
              <a:solidFill>
                <a:srgbClr val="000000"/>
              </a:solidFill>
              <a:effectLst/>
              <a:uFillTx/>
              <a:latin typeface="Arial"/>
            </a:endParaRPr>
          </a:p>
          <a:p>
            <a:pPr indent="0" algn="ctr">
              <a:lnSpc>
                <a:spcPct val="100000"/>
              </a:lnSpc>
              <a:buNone/>
              <a:tabLst>
                <a:tab pos="0" algn="l"/>
              </a:tabLst>
            </a:pPr>
            <a:r>
              <a:rPr lang="es-419" sz="1000" b="0" u="none" strike="noStrike">
                <a:solidFill>
                  <a:srgbClr val="000000"/>
                </a:solidFill>
                <a:effectLst/>
                <a:uFillTx/>
                <a:latin typeface="Inter"/>
                <a:ea typeface="Inter"/>
              </a:rPr>
              <a:t>Creemos en </a:t>
            </a:r>
            <a:r>
              <a:rPr lang="es-419" sz="1000" b="1" u="none" strike="noStrike">
                <a:solidFill>
                  <a:srgbClr val="000000"/>
                </a:solidFill>
                <a:effectLst/>
                <a:uFillTx/>
                <a:latin typeface="Inter"/>
                <a:ea typeface="Inter"/>
              </a:rPr>
              <a:t>un futuro mejor para todos</a:t>
            </a:r>
            <a:r>
              <a:rPr lang="es-419" sz="1000" b="0" u="none" strike="noStrike">
                <a:solidFill>
                  <a:srgbClr val="000000"/>
                </a:solidFill>
                <a:effectLst/>
                <a:uFillTx/>
                <a:latin typeface="Inter"/>
                <a:ea typeface="Inter"/>
              </a:rPr>
              <a:t>, haciendo las cosas bien y ayudándote a cumplir tus metas.</a:t>
            </a:r>
            <a:endParaRPr lang="es-MX" sz="1000" b="0" u="none" strike="noStrike">
              <a:solidFill>
                <a:srgbClr val="000000"/>
              </a:solidFill>
              <a:effectLst/>
              <a:uFillTx/>
              <a:latin typeface="Arial"/>
            </a:endParaRPr>
          </a:p>
        </p:txBody>
      </p:sp>
      <p:pic>
        <p:nvPicPr>
          <p:cNvPr id="92" name="Google Shape;602;p44"/>
          <p:cNvPicPr/>
          <p:nvPr/>
        </p:nvPicPr>
        <p:blipFill>
          <a:blip r:embed="rId1"/>
          <a:stretch/>
        </p:blipFill>
        <p:spPr>
          <a:xfrm>
            <a:off x="1319400" y="1391760"/>
            <a:ext cx="964440" cy="934200"/>
          </a:xfrm>
          <a:prstGeom prst="rect">
            <a:avLst/>
          </a:prstGeom>
          <a:noFill/>
          <a:ln w="0">
            <a:noFill/>
          </a:ln>
        </p:spPr>
      </p:pic>
      <p:sp>
        <p:nvSpPr>
          <p:cNvPr id="93" name="Google Shape;603;p44"/>
          <p:cNvSpPr/>
          <p:nvPr/>
        </p:nvSpPr>
        <p:spPr>
          <a:xfrm>
            <a:off x="3379320" y="1128240"/>
            <a:ext cx="2286720" cy="3038760"/>
          </a:xfrm>
          <a:prstGeom prst="roundRect">
            <a:avLst>
              <a:gd name="adj" fmla="val 8818"/>
            </a:avLst>
          </a:prstGeom>
          <a:solidFill>
            <a:schemeClr val="lt1"/>
          </a:solidFill>
          <a:ln w="9525">
            <a:solidFill>
              <a:srgbClr val="D9D9D9"/>
            </a:solidFill>
            <a:round/>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94" name="PlaceHolder 3"/>
          <p:cNvSpPr>
            <a:spLocks noGrp="1"/>
          </p:cNvSpPr>
          <p:nvPr>
            <p:ph/>
          </p:nvPr>
        </p:nvSpPr>
        <p:spPr>
          <a:xfrm>
            <a:off x="3549960" y="2493000"/>
            <a:ext cx="1945440" cy="1554120"/>
          </a:xfrm>
          <a:prstGeom prst="rect">
            <a:avLst/>
          </a:prstGeom>
          <a:noFill/>
          <a:ln w="0">
            <a:noFill/>
          </a:ln>
        </p:spPr>
        <p:txBody>
          <a:bodyPr lIns="91440" tIns="91440" rIns="91440" bIns="91440" anchor="t">
            <a:noAutofit/>
          </a:bodyPr>
          <a:p>
            <a:pPr indent="0" algn="ctr">
              <a:lnSpc>
                <a:spcPct val="100000"/>
              </a:lnSpc>
              <a:buNone/>
              <a:tabLst>
                <a:tab pos="0" algn="l"/>
              </a:tabLst>
            </a:pPr>
            <a:r>
              <a:rPr lang="es-419" sz="1700" b="1" u="none" strike="noStrike">
                <a:solidFill>
                  <a:schemeClr val="accent1"/>
                </a:solidFill>
                <a:effectLst/>
                <a:uFillTx/>
                <a:latin typeface="Inter"/>
                <a:ea typeface="Inter"/>
              </a:rPr>
              <a:t>Mantra</a:t>
            </a:r>
            <a:endParaRPr lang="es-MX" sz="1700" b="0" u="none" strike="noStrike">
              <a:solidFill>
                <a:srgbClr val="000000"/>
              </a:solidFill>
              <a:effectLst/>
              <a:uFillTx/>
              <a:latin typeface="Arial"/>
            </a:endParaRPr>
          </a:p>
          <a:p>
            <a:pPr indent="0" algn="ctr">
              <a:lnSpc>
                <a:spcPct val="100000"/>
              </a:lnSpc>
              <a:buNone/>
              <a:tabLst>
                <a:tab pos="0" algn="l"/>
              </a:tabLst>
            </a:pPr>
            <a:endParaRPr lang="es-MX" sz="200" b="0" u="none" strike="noStrike">
              <a:solidFill>
                <a:srgbClr val="000000"/>
              </a:solidFill>
              <a:effectLst/>
              <a:uFillTx/>
              <a:latin typeface="Arial"/>
            </a:endParaRPr>
          </a:p>
          <a:p>
            <a:pPr indent="0" algn="ctr">
              <a:lnSpc>
                <a:spcPct val="100000"/>
              </a:lnSpc>
              <a:buNone/>
              <a:tabLst>
                <a:tab pos="0" algn="l"/>
              </a:tabLst>
            </a:pPr>
            <a:r>
              <a:rPr lang="es-419" sz="700" b="0" u="none" strike="noStrike">
                <a:solidFill>
                  <a:srgbClr val="000000"/>
                </a:solidFill>
                <a:effectLst/>
                <a:uFillTx/>
                <a:latin typeface="Inter"/>
                <a:ea typeface="Inter"/>
              </a:rPr>
              <a:t>(Frase corta para recordar y compartir rápidamente nuestro propósito)</a:t>
            </a:r>
            <a:endParaRPr lang="es-MX" sz="700" b="0" u="none" strike="noStrike">
              <a:solidFill>
                <a:srgbClr val="000000"/>
              </a:solidFill>
              <a:effectLst/>
              <a:uFillTx/>
              <a:latin typeface="Arial"/>
            </a:endParaRPr>
          </a:p>
          <a:p>
            <a:pPr indent="0" algn="ctr">
              <a:lnSpc>
                <a:spcPct val="100000"/>
              </a:lnSpc>
              <a:buNone/>
              <a:tabLst>
                <a:tab pos="0" algn="l"/>
              </a:tabLst>
            </a:pPr>
            <a:endParaRPr lang="es-MX" sz="700" b="0" u="none" strike="noStrike">
              <a:solidFill>
                <a:srgbClr val="000000"/>
              </a:solidFill>
              <a:effectLst/>
              <a:uFillTx/>
              <a:latin typeface="Arial"/>
            </a:endParaRPr>
          </a:p>
          <a:p>
            <a:pPr indent="0" algn="ctr">
              <a:lnSpc>
                <a:spcPct val="100000"/>
              </a:lnSpc>
              <a:buNone/>
              <a:tabLst>
                <a:tab pos="0" algn="l"/>
              </a:tabLst>
            </a:pPr>
            <a:endParaRPr lang="es-MX" sz="700" b="0" u="none" strike="noStrike">
              <a:solidFill>
                <a:srgbClr val="000000"/>
              </a:solidFill>
              <a:effectLst/>
              <a:uFillTx/>
              <a:latin typeface="Arial"/>
            </a:endParaRPr>
          </a:p>
          <a:p>
            <a:pPr indent="0" algn="ctr">
              <a:lnSpc>
                <a:spcPct val="100000"/>
              </a:lnSpc>
              <a:buNone/>
              <a:tabLst>
                <a:tab pos="0" algn="l"/>
              </a:tabLst>
            </a:pPr>
            <a:r>
              <a:rPr lang="es-419" sz="1100" b="0" u="none" strike="noStrike">
                <a:solidFill>
                  <a:srgbClr val="000000"/>
                </a:solidFill>
                <a:effectLst/>
                <a:uFillTx/>
                <a:latin typeface="Inter"/>
                <a:ea typeface="Inter"/>
              </a:rPr>
              <a:t>Hacemos tu vida </a:t>
            </a:r>
            <a:r>
              <a:rPr lang="es-419" sz="1100" b="1" u="none" strike="noStrike">
                <a:solidFill>
                  <a:srgbClr val="000000"/>
                </a:solidFill>
                <a:effectLst/>
                <a:uFillTx/>
                <a:latin typeface="Inter"/>
                <a:ea typeface="Inter"/>
              </a:rPr>
              <a:t>más sencilla</a:t>
            </a:r>
            <a:r>
              <a:rPr lang="es-419" sz="1100" b="0" u="none" strike="noStrike">
                <a:solidFill>
                  <a:srgbClr val="000000"/>
                </a:solidFill>
                <a:effectLst/>
                <a:uFillTx/>
                <a:latin typeface="Inter"/>
                <a:ea typeface="Inter"/>
              </a:rPr>
              <a:t>.</a:t>
            </a:r>
            <a:endParaRPr lang="es-MX" sz="1100" b="0" u="none" strike="noStrike">
              <a:solidFill>
                <a:srgbClr val="000000"/>
              </a:solidFill>
              <a:effectLst/>
              <a:uFillTx/>
              <a:latin typeface="Arial"/>
            </a:endParaRPr>
          </a:p>
        </p:txBody>
      </p:sp>
      <p:sp>
        <p:nvSpPr>
          <p:cNvPr id="95" name="Google Shape;605;p44"/>
          <p:cNvSpPr/>
          <p:nvPr/>
        </p:nvSpPr>
        <p:spPr>
          <a:xfrm>
            <a:off x="6100200" y="1128240"/>
            <a:ext cx="2286720" cy="3038760"/>
          </a:xfrm>
          <a:prstGeom prst="roundRect">
            <a:avLst>
              <a:gd name="adj" fmla="val 8818"/>
            </a:avLst>
          </a:prstGeom>
          <a:solidFill>
            <a:schemeClr val="lt1"/>
          </a:solidFill>
          <a:ln w="9525">
            <a:solidFill>
              <a:srgbClr val="D9D9D9"/>
            </a:solidFill>
            <a:round/>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96" name="PlaceHolder 4"/>
          <p:cNvSpPr>
            <a:spLocks noGrp="1"/>
          </p:cNvSpPr>
          <p:nvPr>
            <p:ph/>
          </p:nvPr>
        </p:nvSpPr>
        <p:spPr>
          <a:xfrm>
            <a:off x="6270840" y="2493000"/>
            <a:ext cx="1945440" cy="1554120"/>
          </a:xfrm>
          <a:prstGeom prst="rect">
            <a:avLst/>
          </a:prstGeom>
          <a:noFill/>
          <a:ln w="0">
            <a:noFill/>
          </a:ln>
        </p:spPr>
        <p:txBody>
          <a:bodyPr lIns="91440" tIns="91440" rIns="91440" bIns="91440" anchor="t">
            <a:noAutofit/>
          </a:bodyPr>
          <a:p>
            <a:pPr indent="0" algn="ctr">
              <a:lnSpc>
                <a:spcPct val="100000"/>
              </a:lnSpc>
              <a:buNone/>
              <a:tabLst>
                <a:tab pos="0" algn="l"/>
              </a:tabLst>
            </a:pPr>
            <a:r>
              <a:rPr lang="es-419" sz="1700" b="1" u="none" strike="noStrike">
                <a:solidFill>
                  <a:schemeClr val="accent1"/>
                </a:solidFill>
                <a:effectLst/>
                <a:uFillTx/>
                <a:latin typeface="Inter"/>
                <a:ea typeface="Inter"/>
              </a:rPr>
              <a:t>Visión</a:t>
            </a:r>
            <a:endParaRPr lang="es-MX" sz="1700" b="0" u="none" strike="noStrike">
              <a:solidFill>
                <a:srgbClr val="000000"/>
              </a:solidFill>
              <a:effectLst/>
              <a:uFillTx/>
              <a:latin typeface="Arial"/>
            </a:endParaRPr>
          </a:p>
          <a:p>
            <a:pPr indent="0" algn="ctr">
              <a:lnSpc>
                <a:spcPct val="100000"/>
              </a:lnSpc>
              <a:buNone/>
              <a:tabLst>
                <a:tab pos="0" algn="l"/>
              </a:tabLst>
            </a:pPr>
            <a:endParaRPr lang="es-MX" sz="200" b="0" u="none" strike="noStrike">
              <a:solidFill>
                <a:srgbClr val="000000"/>
              </a:solidFill>
              <a:effectLst/>
              <a:uFillTx/>
              <a:latin typeface="Arial"/>
            </a:endParaRPr>
          </a:p>
          <a:p>
            <a:pPr indent="0" algn="ctr">
              <a:lnSpc>
                <a:spcPct val="100000"/>
              </a:lnSpc>
              <a:buNone/>
              <a:tabLst>
                <a:tab pos="0" algn="l"/>
              </a:tabLst>
            </a:pPr>
            <a:r>
              <a:rPr lang="es-419" sz="700" b="0" u="none" strike="noStrike">
                <a:solidFill>
                  <a:srgbClr val="000000"/>
                </a:solidFill>
                <a:effectLst/>
                <a:uFillTx/>
                <a:latin typeface="Inter"/>
                <a:ea typeface="Inter"/>
              </a:rPr>
              <a:t>(Cómo vamos a manifestar nuestro propósito y qué queremos ser. Es el filtro de todas nuestras decisiones)</a:t>
            </a:r>
            <a:endParaRPr lang="es-MX" sz="700" b="0" u="none" strike="noStrike">
              <a:solidFill>
                <a:srgbClr val="000000"/>
              </a:solidFill>
              <a:effectLst/>
              <a:uFillTx/>
              <a:latin typeface="Arial"/>
            </a:endParaRPr>
          </a:p>
          <a:p>
            <a:pPr indent="0" algn="ctr">
              <a:lnSpc>
                <a:spcPct val="100000"/>
              </a:lnSpc>
              <a:buNone/>
              <a:tabLst>
                <a:tab pos="0" algn="l"/>
              </a:tabLst>
            </a:pPr>
            <a:endParaRPr lang="es-MX" sz="700" b="0" u="none" strike="noStrike">
              <a:solidFill>
                <a:srgbClr val="000000"/>
              </a:solidFill>
              <a:effectLst/>
              <a:uFillTx/>
              <a:latin typeface="Arial"/>
            </a:endParaRPr>
          </a:p>
          <a:p>
            <a:pPr indent="0" algn="ctr">
              <a:lnSpc>
                <a:spcPct val="100000"/>
              </a:lnSpc>
              <a:buNone/>
              <a:tabLst>
                <a:tab pos="0" algn="l"/>
              </a:tabLst>
            </a:pPr>
            <a:r>
              <a:rPr lang="es-419" sz="1000" b="0" u="none" strike="noStrike">
                <a:solidFill>
                  <a:srgbClr val="000000"/>
                </a:solidFill>
                <a:effectLst/>
                <a:uFillTx/>
                <a:latin typeface="Inter"/>
                <a:ea typeface="Inter"/>
              </a:rPr>
              <a:t>Ser la institución financiera de relación que ofrece </a:t>
            </a:r>
            <a:r>
              <a:rPr lang="es-419" sz="1000" b="1" u="none" strike="noStrike">
                <a:solidFill>
                  <a:srgbClr val="000000"/>
                </a:solidFill>
                <a:effectLst/>
                <a:uFillTx/>
                <a:latin typeface="Inter"/>
                <a:ea typeface="Inter"/>
              </a:rPr>
              <a:t>la mejor experiencia al cliente</a:t>
            </a:r>
            <a:r>
              <a:rPr lang="es-419" sz="1000" b="0" u="none" strike="noStrike">
                <a:solidFill>
                  <a:srgbClr val="000000"/>
                </a:solidFill>
                <a:effectLst/>
                <a:uFillTx/>
                <a:latin typeface="Inter"/>
                <a:ea typeface="Inter"/>
              </a:rPr>
              <a:t> en México.</a:t>
            </a:r>
            <a:endParaRPr lang="es-MX" sz="1000" b="0" u="none" strike="noStrike">
              <a:solidFill>
                <a:srgbClr val="000000"/>
              </a:solidFill>
              <a:effectLst/>
              <a:uFillTx/>
              <a:latin typeface="Arial"/>
            </a:endParaRPr>
          </a:p>
        </p:txBody>
      </p:sp>
      <p:pic>
        <p:nvPicPr>
          <p:cNvPr id="97" name="Google Shape;607;p44"/>
          <p:cNvPicPr/>
          <p:nvPr/>
        </p:nvPicPr>
        <p:blipFill>
          <a:blip r:embed="rId2"/>
          <a:stretch/>
        </p:blipFill>
        <p:spPr>
          <a:xfrm>
            <a:off x="4099320" y="1396080"/>
            <a:ext cx="846360" cy="874440"/>
          </a:xfrm>
          <a:prstGeom prst="rect">
            <a:avLst/>
          </a:prstGeom>
          <a:noFill/>
          <a:ln w="0">
            <a:noFill/>
          </a:ln>
        </p:spPr>
      </p:pic>
      <p:pic>
        <p:nvPicPr>
          <p:cNvPr id="98" name="Google Shape;608;p44"/>
          <p:cNvPicPr/>
          <p:nvPr/>
        </p:nvPicPr>
        <p:blipFill>
          <a:blip r:embed="rId3"/>
          <a:stretch/>
        </p:blipFill>
        <p:spPr>
          <a:xfrm>
            <a:off x="6890400" y="1340640"/>
            <a:ext cx="707040" cy="98568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sldNum" idx="13"/>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3541079B-BF49-418C-A3B5-28686AA48DBE}" type="slidenum">
              <a:rPr lang="es-419" sz="800" b="1" u="none" strike="noStrike">
                <a:solidFill>
                  <a:schemeClr val="dk1"/>
                </a:solidFill>
                <a:effectLst/>
                <a:uFillTx/>
                <a:latin typeface="Inter"/>
                <a:ea typeface="Inter"/>
              </a:rPr>
              <a:t>6</a:t>
            </a:fld>
            <a:endParaRPr lang="es-MX" sz="800" b="0" u="none" strike="noStrike">
              <a:solidFill>
                <a:srgbClr val="000000"/>
              </a:solidFill>
              <a:effectLst/>
              <a:uFillTx/>
              <a:latin typeface="Times New Roman"/>
            </a:endParaRPr>
          </a:p>
        </p:txBody>
      </p:sp>
      <p:sp>
        <p:nvSpPr>
          <p:cNvPr id="100" name="PlaceHolder 2"/>
          <p:cNvSpPr>
            <a:spLocks noGrp="1"/>
          </p:cNvSpPr>
          <p:nvPr>
            <p:ph type="title"/>
          </p:nvPr>
        </p:nvSpPr>
        <p:spPr>
          <a:xfrm>
            <a:off x="1306800" y="643680"/>
            <a:ext cx="6529680" cy="3314160"/>
          </a:xfrm>
          <a:prstGeom prst="rect">
            <a:avLst/>
          </a:prstGeom>
          <a:noFill/>
          <a:ln w="0">
            <a:noFill/>
          </a:ln>
        </p:spPr>
        <p:txBody>
          <a:bodyPr lIns="162000" tIns="90000" rIns="162000" bIns="90000" anchor="ctr">
            <a:normAutofit/>
          </a:bodyPr>
          <a:p>
            <a:pPr indent="0" algn="ctr">
              <a:lnSpc>
                <a:spcPct val="100000"/>
              </a:lnSpc>
              <a:buNone/>
              <a:tabLst>
                <a:tab pos="0" algn="l"/>
              </a:tabLst>
            </a:pPr>
            <a:r>
              <a:rPr lang="es-419" sz="7200" b="0" u="none" strike="noStrike">
                <a:solidFill>
                  <a:srgbClr val="000000"/>
                </a:solidFill>
                <a:effectLst/>
                <a:uFillTx/>
                <a:latin typeface="Inter"/>
                <a:ea typeface="Inter"/>
              </a:rPr>
              <a:t>50%</a:t>
            </a:r>
            <a:endParaRPr lang="es-MX" sz="7200" b="0" u="none" strike="noStrike">
              <a:solidFill>
                <a:srgbClr val="000000"/>
              </a:solidFill>
              <a:effectLst/>
              <a:uFillTx/>
              <a:latin typeface="Arial"/>
            </a:endParaRPr>
          </a:p>
          <a:p>
            <a:pPr indent="0" algn="ctr">
              <a:lnSpc>
                <a:spcPct val="100000"/>
              </a:lnSpc>
              <a:buNone/>
              <a:tabLst>
                <a:tab pos="0" algn="l"/>
              </a:tabLst>
            </a:pPr>
            <a:endParaRPr lang="es-MX" sz="1400" b="0" u="none" strike="noStrike">
              <a:solidFill>
                <a:srgbClr val="000000"/>
              </a:solidFill>
              <a:effectLst/>
              <a:uFillTx/>
              <a:latin typeface="Arial"/>
            </a:endParaRPr>
          </a:p>
          <a:p>
            <a:pPr indent="0" algn="ctr">
              <a:lnSpc>
                <a:spcPct val="100000"/>
              </a:lnSpc>
              <a:buNone/>
              <a:tabLst>
                <a:tab pos="0" algn="l"/>
              </a:tabLst>
            </a:pPr>
            <a:r>
              <a:rPr lang="es-419" sz="1050" b="0" u="none" strike="noStrike">
                <a:solidFill>
                  <a:srgbClr val="000000"/>
                </a:solidFill>
                <a:effectLst/>
                <a:uFillTx/>
                <a:latin typeface="Inter"/>
                <a:ea typeface="Inter"/>
              </a:rPr>
              <a:t>Lorem ipsum dolor sit amet, consectetur adipiscing elit, sed do eiusmod tempor incididunt ut labore et dolore magna aliqua. Ut enim ad minim veniam, quis nostrud exercitation ullamco laboris nisi ut aliquip ex ea commodo consequat. </a:t>
            </a:r>
            <a:endParaRPr lang="es-MX"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179280" y="311760"/>
            <a:ext cx="8214840" cy="474480"/>
          </a:xfrm>
          <a:prstGeom prst="rect">
            <a:avLst/>
          </a:prstGeom>
          <a:noFill/>
          <a:ln w="0">
            <a:noFill/>
          </a:ln>
        </p:spPr>
        <p:txBody>
          <a:bodyPr lIns="162000" tIns="90000" rIns="162000" bIns="90000" anchor="t">
            <a:spAutoFit/>
          </a:bodyPr>
          <a:p>
            <a:pPr indent="0" algn="l">
              <a:lnSpc>
                <a:spcPct val="100000"/>
              </a:lnSpc>
              <a:buNone/>
              <a:tabLst>
                <a:tab pos="0" algn="l"/>
              </a:tabLst>
            </a:pPr>
            <a:r>
              <a:rPr lang="es-419" sz="1900" b="0" u="none" strike="noStrike">
                <a:solidFill>
                  <a:srgbClr val="000000"/>
                </a:solidFill>
                <a:effectLst/>
                <a:uFillTx/>
                <a:latin typeface="Inter"/>
                <a:ea typeface="Inter"/>
              </a:rPr>
              <a:t>Lorem ipsum dolor sit amet, consectetur adipiscing elit.</a:t>
            </a:r>
            <a:endParaRPr lang="es-MX" sz="1900" b="0" u="none" strike="noStrike">
              <a:solidFill>
                <a:srgbClr val="000000"/>
              </a:solidFill>
              <a:effectLst/>
              <a:uFillTx/>
              <a:latin typeface="Arial"/>
            </a:endParaRPr>
          </a:p>
        </p:txBody>
      </p:sp>
      <p:sp>
        <p:nvSpPr>
          <p:cNvPr id="102" name="PlaceHolder 2"/>
          <p:cNvSpPr>
            <a:spLocks noGrp="1"/>
          </p:cNvSpPr>
          <p:nvPr>
            <p:ph type="subTitle"/>
          </p:nvPr>
        </p:nvSpPr>
        <p:spPr>
          <a:xfrm>
            <a:off x="180000" y="1119960"/>
            <a:ext cx="2864520" cy="1527840"/>
          </a:xfrm>
          <a:prstGeom prst="rect">
            <a:avLst/>
          </a:prstGeom>
          <a:noFill/>
          <a:ln w="0">
            <a:noFill/>
          </a:ln>
        </p:spPr>
        <p:txBody>
          <a:bodyPr lIns="162000" tIns="90000" rIns="162000" bIns="91440" anchor="t">
            <a:spAutoFit/>
          </a:bodyPr>
          <a:p>
            <a:pPr indent="0" algn="l">
              <a:lnSpc>
                <a:spcPct val="115000"/>
              </a:lnSpc>
              <a:buNone/>
              <a:tabLst>
                <a:tab pos="0" algn="l"/>
              </a:tabLst>
            </a:pPr>
            <a:r>
              <a:rPr lang="es-419" sz="1000" b="1" u="none" strike="noStrike">
                <a:solidFill>
                  <a:srgbClr val="000000"/>
                </a:solidFill>
                <a:effectLst/>
                <a:uFillTx/>
                <a:latin typeface="Inter"/>
                <a:ea typeface="Inter"/>
              </a:rPr>
              <a:t>Vestibulum iaculis, nunc eu auctor fringilla.</a:t>
            </a:r>
            <a:endParaRPr lang="es-MX" sz="1000" b="0" u="none" strike="noStrike">
              <a:solidFill>
                <a:srgbClr val="000000"/>
              </a:solidFill>
              <a:effectLst/>
              <a:uFillTx/>
              <a:latin typeface="Arial"/>
            </a:endParaRPr>
          </a:p>
          <a:p>
            <a:pPr marL="244800" indent="-160560" algn="l">
              <a:lnSpc>
                <a:spcPct val="115000"/>
              </a:lnSpc>
              <a:spcBef>
                <a:spcPts val="1001"/>
              </a:spcBef>
              <a:buClr>
                <a:srgbClr val="F5A800"/>
              </a:buClr>
              <a:buFont typeface="Inter"/>
              <a:buChar char="●"/>
              <a:tabLst>
                <a:tab pos="0" algn="l"/>
              </a:tabLst>
            </a:pPr>
            <a:r>
              <a:rPr lang="es-419" sz="1000" b="0" u="none" strike="noStrike">
                <a:solidFill>
                  <a:srgbClr val="000000"/>
                </a:solidFill>
                <a:effectLst/>
                <a:uFillTx/>
                <a:latin typeface="Inter"/>
                <a:ea typeface="Inter"/>
              </a:rPr>
              <a:t>Ut elementum nunc pellentesque ipsum scelerisque, eget tincidunt dui feugiat. Nulla facilisi. Suspendisse in velit vel ligula vehicula euismod.</a:t>
            </a:r>
            <a:endParaRPr lang="es-MX" sz="1000" b="0" u="none" strike="noStrike">
              <a:solidFill>
                <a:srgbClr val="000000"/>
              </a:solidFill>
              <a:effectLst/>
              <a:uFillTx/>
              <a:latin typeface="Arial"/>
            </a:endParaRPr>
          </a:p>
          <a:p>
            <a:pPr indent="0" algn="l">
              <a:lnSpc>
                <a:spcPct val="115000"/>
              </a:lnSpc>
              <a:spcAft>
                <a:spcPts val="1001"/>
              </a:spcAft>
              <a:buNone/>
              <a:tabLst>
                <a:tab pos="0" algn="l"/>
              </a:tabLst>
            </a:pPr>
            <a:endParaRPr lang="es-MX" sz="1000" b="0" u="none" strike="noStrike">
              <a:solidFill>
                <a:srgbClr val="000000"/>
              </a:solidFill>
              <a:effectLst/>
              <a:uFillTx/>
              <a:latin typeface="Arial"/>
            </a:endParaRPr>
          </a:p>
        </p:txBody>
      </p:sp>
      <p:sp>
        <p:nvSpPr>
          <p:cNvPr id="103" name="PlaceHolder 3"/>
          <p:cNvSpPr>
            <a:spLocks noGrp="1"/>
          </p:cNvSpPr>
          <p:nvPr>
            <p:ph type="sldNum" idx="14"/>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75DDCB83-2110-4AE9-BCA8-7A5BC134C9FC}" type="slidenum">
              <a:rPr lang="es-419" sz="800" b="1" u="none" strike="noStrike">
                <a:solidFill>
                  <a:schemeClr val="dk1"/>
                </a:solidFill>
                <a:effectLst/>
                <a:uFillTx/>
                <a:latin typeface="Inter"/>
                <a:ea typeface="Inter"/>
              </a:rPr>
              <a:t>7</a:t>
            </a:fld>
            <a:endParaRPr lang="es-MX" sz="800" b="0" u="none" strike="noStrike">
              <a:solidFill>
                <a:srgbClr val="000000"/>
              </a:solidFill>
              <a:effectLst/>
              <a:uFillTx/>
              <a:latin typeface="Times New Roman"/>
            </a:endParaRPr>
          </a:p>
        </p:txBody>
      </p:sp>
      <p:sp>
        <p:nvSpPr>
          <p:cNvPr id="104" name="PlaceHolder 4"/>
          <p:cNvSpPr>
            <a:spLocks noGrp="1"/>
          </p:cNvSpPr>
          <p:nvPr>
            <p:ph type="subTitle"/>
          </p:nvPr>
        </p:nvSpPr>
        <p:spPr>
          <a:xfrm>
            <a:off x="3188880" y="1119960"/>
            <a:ext cx="2864520" cy="1527840"/>
          </a:xfrm>
          <a:prstGeom prst="rect">
            <a:avLst/>
          </a:prstGeom>
          <a:noFill/>
          <a:ln w="0">
            <a:noFill/>
          </a:ln>
        </p:spPr>
        <p:txBody>
          <a:bodyPr lIns="162000" tIns="90000" rIns="162000" bIns="91440" anchor="t">
            <a:spAutoFit/>
          </a:bodyPr>
          <a:p>
            <a:pPr indent="0" algn="l">
              <a:lnSpc>
                <a:spcPct val="115000"/>
              </a:lnSpc>
              <a:buNone/>
              <a:tabLst>
                <a:tab pos="0" algn="l"/>
              </a:tabLst>
            </a:pPr>
            <a:r>
              <a:rPr lang="es-419" sz="1000" b="1" u="none" strike="noStrike">
                <a:solidFill>
                  <a:srgbClr val="000000"/>
                </a:solidFill>
                <a:effectLst/>
                <a:uFillTx/>
                <a:latin typeface="Inter"/>
                <a:ea typeface="Inter"/>
              </a:rPr>
              <a:t>Vestibulum iaculis, nunc eu auctor fringilla.</a:t>
            </a:r>
            <a:endParaRPr lang="es-MX" sz="1000" b="0" u="none" strike="noStrike">
              <a:solidFill>
                <a:srgbClr val="000000"/>
              </a:solidFill>
              <a:effectLst/>
              <a:uFillTx/>
              <a:latin typeface="Arial"/>
            </a:endParaRPr>
          </a:p>
          <a:p>
            <a:pPr marL="244800" indent="-160560" algn="l">
              <a:lnSpc>
                <a:spcPct val="115000"/>
              </a:lnSpc>
              <a:spcBef>
                <a:spcPts val="1001"/>
              </a:spcBef>
              <a:buClr>
                <a:srgbClr val="F5A800"/>
              </a:buClr>
              <a:buFont typeface="Inter"/>
              <a:buChar char="●"/>
              <a:tabLst>
                <a:tab pos="0" algn="l"/>
              </a:tabLst>
            </a:pPr>
            <a:r>
              <a:rPr lang="es-419" sz="1000" b="0" u="none" strike="noStrike">
                <a:solidFill>
                  <a:srgbClr val="000000"/>
                </a:solidFill>
                <a:effectLst/>
                <a:uFillTx/>
                <a:latin typeface="Inter"/>
                <a:ea typeface="Inter"/>
              </a:rPr>
              <a:t>Ut elementum nunc pellentesque ipsum scelerisque, eget tincidunt dui feugiat. Nulla facilisi. Suspendisse in velit vel ligula vehicula euismod.</a:t>
            </a:r>
            <a:endParaRPr lang="es-MX" sz="1000" b="0" u="none" strike="noStrike">
              <a:solidFill>
                <a:srgbClr val="000000"/>
              </a:solidFill>
              <a:effectLst/>
              <a:uFillTx/>
              <a:latin typeface="Arial"/>
            </a:endParaRPr>
          </a:p>
          <a:p>
            <a:pPr indent="0" algn="l">
              <a:lnSpc>
                <a:spcPct val="115000"/>
              </a:lnSpc>
              <a:spcAft>
                <a:spcPts val="1001"/>
              </a:spcAft>
              <a:buNone/>
              <a:tabLst>
                <a:tab pos="0" algn="l"/>
              </a:tabLst>
            </a:pPr>
            <a:endParaRPr lang="es-MX" sz="1000" b="0" u="none" strike="noStrike">
              <a:solidFill>
                <a:srgbClr val="000000"/>
              </a:solidFill>
              <a:effectLst/>
              <a:uFillTx/>
              <a:latin typeface="Arial"/>
            </a:endParaRPr>
          </a:p>
        </p:txBody>
      </p:sp>
      <p:sp>
        <p:nvSpPr>
          <p:cNvPr id="105" name="PlaceHolder 5"/>
          <p:cNvSpPr>
            <a:spLocks noGrp="1"/>
          </p:cNvSpPr>
          <p:nvPr>
            <p:ph type="subTitle"/>
          </p:nvPr>
        </p:nvSpPr>
        <p:spPr>
          <a:xfrm>
            <a:off x="6197760" y="1119960"/>
            <a:ext cx="2864520" cy="1527840"/>
          </a:xfrm>
          <a:prstGeom prst="rect">
            <a:avLst/>
          </a:prstGeom>
          <a:noFill/>
          <a:ln w="0">
            <a:noFill/>
          </a:ln>
        </p:spPr>
        <p:txBody>
          <a:bodyPr lIns="162000" tIns="90000" rIns="162000" bIns="91440" anchor="t">
            <a:spAutoFit/>
          </a:bodyPr>
          <a:p>
            <a:pPr indent="0" algn="l">
              <a:lnSpc>
                <a:spcPct val="115000"/>
              </a:lnSpc>
              <a:buNone/>
              <a:tabLst>
                <a:tab pos="0" algn="l"/>
              </a:tabLst>
            </a:pPr>
            <a:r>
              <a:rPr lang="es-419" sz="1000" b="1" u="none" strike="noStrike">
                <a:solidFill>
                  <a:srgbClr val="000000"/>
                </a:solidFill>
                <a:effectLst/>
                <a:uFillTx/>
                <a:latin typeface="Inter"/>
                <a:ea typeface="Inter"/>
              </a:rPr>
              <a:t>Vestibulum iaculis, nunc eu auctor fringilla.</a:t>
            </a:r>
            <a:endParaRPr lang="es-MX" sz="1000" b="0" u="none" strike="noStrike">
              <a:solidFill>
                <a:srgbClr val="000000"/>
              </a:solidFill>
              <a:effectLst/>
              <a:uFillTx/>
              <a:latin typeface="Arial"/>
            </a:endParaRPr>
          </a:p>
          <a:p>
            <a:pPr marL="244800" indent="-160560" algn="l">
              <a:lnSpc>
                <a:spcPct val="115000"/>
              </a:lnSpc>
              <a:spcBef>
                <a:spcPts val="1001"/>
              </a:spcBef>
              <a:buClr>
                <a:srgbClr val="F5A800"/>
              </a:buClr>
              <a:buFont typeface="Inter"/>
              <a:buChar char="●"/>
              <a:tabLst>
                <a:tab pos="0" algn="l"/>
              </a:tabLst>
            </a:pPr>
            <a:r>
              <a:rPr lang="es-419" sz="1000" b="0" u="none" strike="noStrike">
                <a:solidFill>
                  <a:srgbClr val="000000"/>
                </a:solidFill>
                <a:effectLst/>
                <a:uFillTx/>
                <a:latin typeface="Inter"/>
                <a:ea typeface="Inter"/>
              </a:rPr>
              <a:t>Ut elementum nunc pellentesque ipsum scelerisque, eget tincidunt dui feugiat. Nulla facilisi. Suspendisse in velit vel ligula vehicula euismod.</a:t>
            </a:r>
            <a:endParaRPr lang="es-MX" sz="1000" b="0" u="none" strike="noStrike">
              <a:solidFill>
                <a:srgbClr val="000000"/>
              </a:solidFill>
              <a:effectLst/>
              <a:uFillTx/>
              <a:latin typeface="Arial"/>
            </a:endParaRPr>
          </a:p>
          <a:p>
            <a:pPr indent="0" algn="l">
              <a:lnSpc>
                <a:spcPct val="115000"/>
              </a:lnSpc>
              <a:spcAft>
                <a:spcPts val="1001"/>
              </a:spcAft>
              <a:buNone/>
              <a:tabLst>
                <a:tab pos="0" algn="l"/>
              </a:tabLst>
            </a:pPr>
            <a:endParaRPr lang="es-MX"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106" name="Google Shape;683;p53"/>
          <p:cNvSpPr/>
          <p:nvPr/>
        </p:nvSpPr>
        <p:spPr>
          <a:xfrm>
            <a:off x="3511800" y="974880"/>
            <a:ext cx="2120040" cy="2799720"/>
          </a:xfrm>
          <a:prstGeom prst="roundRect">
            <a:avLst>
              <a:gd name="adj" fmla="val 5955"/>
            </a:avLst>
          </a:prstGeom>
          <a:gradFill rotWithShape="0">
            <a:gsLst>
              <a:gs pos="0">
                <a:srgbClr val="FDE9C0"/>
              </a:gs>
              <a:gs pos="100000">
                <a:srgbClr val="F2BC48"/>
              </a:gs>
            </a:gsLst>
            <a:lin ang="5400000"/>
          </a:gra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pic>
        <p:nvPicPr>
          <p:cNvPr id="107" name="Google Shape;684;p53"/>
          <p:cNvPicPr/>
          <p:nvPr/>
        </p:nvPicPr>
        <p:blipFill>
          <a:blip r:embed="rId1"/>
          <a:srcRect l="19416" t="0" r="32026" b="20375"/>
          <a:stretch/>
        </p:blipFill>
        <p:spPr>
          <a:xfrm>
            <a:off x="3511800" y="1734480"/>
            <a:ext cx="2120040" cy="2040120"/>
          </a:xfrm>
          <a:prstGeom prst="rect">
            <a:avLst/>
          </a:prstGeom>
          <a:noFill/>
          <a:ln w="0">
            <a:noFill/>
          </a:ln>
        </p:spPr>
      </p:pic>
      <p:sp>
        <p:nvSpPr>
          <p:cNvPr id="108" name="Google Shape;685;p53"/>
          <p:cNvSpPr/>
          <p:nvPr/>
        </p:nvSpPr>
        <p:spPr>
          <a:xfrm>
            <a:off x="5729760" y="2421360"/>
            <a:ext cx="2862360" cy="1346400"/>
          </a:xfrm>
          <a:prstGeom prst="roundRect">
            <a:avLst>
              <a:gd name="adj" fmla="val 6323"/>
            </a:avLst>
          </a:prstGeom>
          <a:gradFill rotWithShape="0">
            <a:gsLst>
              <a:gs pos="0">
                <a:srgbClr val="FFFFFF"/>
              </a:gs>
              <a:gs pos="100000">
                <a:srgbClr val="EAECF0"/>
              </a:gs>
            </a:gsLst>
            <a:lin ang="5400000"/>
          </a:gra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109" name="Google Shape;686;p53"/>
          <p:cNvSpPr/>
          <p:nvPr/>
        </p:nvSpPr>
        <p:spPr>
          <a:xfrm>
            <a:off x="551520" y="974880"/>
            <a:ext cx="2862360" cy="1346400"/>
          </a:xfrm>
          <a:prstGeom prst="roundRect">
            <a:avLst>
              <a:gd name="adj" fmla="val 8762"/>
            </a:avLst>
          </a:prstGeom>
          <a:gradFill rotWithShape="0">
            <a:gsLst>
              <a:gs pos="0">
                <a:srgbClr val="FFFFFF"/>
              </a:gs>
              <a:gs pos="100000">
                <a:srgbClr val="EAECF0"/>
              </a:gs>
            </a:gsLst>
            <a:lin ang="5400000"/>
          </a:gra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110" name="Google Shape;687;p53"/>
          <p:cNvSpPr/>
          <p:nvPr/>
        </p:nvSpPr>
        <p:spPr>
          <a:xfrm>
            <a:off x="551520" y="2428200"/>
            <a:ext cx="2862360" cy="1346400"/>
          </a:xfrm>
          <a:prstGeom prst="roundRect">
            <a:avLst>
              <a:gd name="adj" fmla="val 8762"/>
            </a:avLst>
          </a:prstGeom>
          <a:solidFill>
            <a:srgbClr val="F5A800"/>
          </a:soli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111" name="Google Shape;688;p53"/>
          <p:cNvSpPr/>
          <p:nvPr/>
        </p:nvSpPr>
        <p:spPr>
          <a:xfrm>
            <a:off x="5729760" y="974880"/>
            <a:ext cx="2862360" cy="1346400"/>
          </a:xfrm>
          <a:prstGeom prst="roundRect">
            <a:avLst>
              <a:gd name="adj" fmla="val 6323"/>
            </a:avLst>
          </a:prstGeom>
          <a:solidFill>
            <a:srgbClr val="F5A800"/>
          </a:soli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112" name="Google Shape;689;p53"/>
          <p:cNvSpPr/>
          <p:nvPr/>
        </p:nvSpPr>
        <p:spPr>
          <a:xfrm>
            <a:off x="770400" y="1496880"/>
            <a:ext cx="1585080" cy="168840"/>
          </a:xfrm>
          <a:prstGeom prst="rect">
            <a:avLst/>
          </a:prstGeom>
          <a:noFill/>
          <a:ln w="0">
            <a:noFill/>
          </a:ln>
        </p:spPr>
        <p:style>
          <a:lnRef idx="0"/>
          <a:fillRef idx="0"/>
          <a:effectRef idx="0"/>
          <a:fontRef idx="minor"/>
        </p:style>
        <p:txBody>
          <a:bodyPr lIns="0" tIns="0" rIns="0" bIns="0" anchor="t">
            <a:spAutoFit/>
          </a:bodyPr>
          <a:p>
            <a:pPr>
              <a:lnSpc>
                <a:spcPct val="115000"/>
              </a:lnSpc>
              <a:tabLst>
                <a:tab pos="0" algn="l"/>
              </a:tabLst>
            </a:pPr>
            <a:r>
              <a:rPr lang="es-419" sz="1100" b="0" u="none" strike="noStrike">
                <a:solidFill>
                  <a:srgbClr val="000000"/>
                </a:solidFill>
                <a:effectLst/>
                <a:uFillTx/>
                <a:latin typeface="Inter"/>
                <a:ea typeface="Inter"/>
              </a:rPr>
              <a:t>confían en nosotros</a:t>
            </a:r>
            <a:endParaRPr lang="es-MX" sz="1100" b="0" u="none" strike="noStrike">
              <a:solidFill>
                <a:srgbClr val="000000"/>
              </a:solidFill>
              <a:effectLst/>
              <a:uFillTx/>
              <a:latin typeface="Arial"/>
            </a:endParaRPr>
          </a:p>
        </p:txBody>
      </p:sp>
      <p:sp>
        <p:nvSpPr>
          <p:cNvPr id="113" name="Google Shape;690;p53"/>
          <p:cNvSpPr/>
          <p:nvPr/>
        </p:nvSpPr>
        <p:spPr>
          <a:xfrm>
            <a:off x="749520" y="2903040"/>
            <a:ext cx="2665440" cy="16884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s-419" sz="1100" b="0" u="none" strike="noStrike">
                <a:solidFill>
                  <a:srgbClr val="000000"/>
                </a:solidFill>
                <a:effectLst/>
                <a:uFillTx/>
                <a:latin typeface="Inter"/>
                <a:ea typeface="Inter"/>
              </a:rPr>
              <a:t>Lorem ipsum dolor sit amet</a:t>
            </a:r>
            <a:endParaRPr lang="es-MX" sz="1100" b="0" u="none" strike="noStrike">
              <a:solidFill>
                <a:srgbClr val="000000"/>
              </a:solidFill>
              <a:effectLst/>
              <a:uFillTx/>
              <a:latin typeface="Arial"/>
            </a:endParaRPr>
          </a:p>
        </p:txBody>
      </p:sp>
      <p:sp>
        <p:nvSpPr>
          <p:cNvPr id="114" name="Google Shape;691;p53"/>
          <p:cNvSpPr/>
          <p:nvPr/>
        </p:nvSpPr>
        <p:spPr>
          <a:xfrm>
            <a:off x="749520" y="2548080"/>
            <a:ext cx="1834200" cy="369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s-419" sz="2400" b="0" u="none" strike="noStrike">
                <a:solidFill>
                  <a:srgbClr val="FFFFFF"/>
                </a:solidFill>
                <a:effectLst/>
                <a:uFillTx/>
                <a:latin typeface="Inter Light"/>
                <a:ea typeface="Inter Light"/>
              </a:rPr>
              <a:t>14 Oficinas</a:t>
            </a:r>
            <a:endParaRPr lang="es-MX" sz="2400" b="0" u="none" strike="noStrike">
              <a:solidFill>
                <a:srgbClr val="000000"/>
              </a:solidFill>
              <a:effectLst/>
              <a:uFillTx/>
              <a:latin typeface="Arial"/>
            </a:endParaRPr>
          </a:p>
        </p:txBody>
      </p:sp>
      <p:sp>
        <p:nvSpPr>
          <p:cNvPr id="115" name="Google Shape;692;p53"/>
          <p:cNvSpPr/>
          <p:nvPr/>
        </p:nvSpPr>
        <p:spPr>
          <a:xfrm>
            <a:off x="721800" y="1127520"/>
            <a:ext cx="2495520" cy="338400"/>
          </a:xfrm>
          <a:prstGeom prst="rect">
            <a:avLst/>
          </a:prstGeom>
          <a:noFill/>
          <a:ln w="0">
            <a:noFill/>
          </a:ln>
        </p:spPr>
        <p:style>
          <a:lnRef idx="0"/>
          <a:fillRef idx="0"/>
          <a:effectRef idx="0"/>
          <a:fontRef idx="minor"/>
        </p:style>
        <p:txBody>
          <a:bodyPr lIns="0" tIns="0" rIns="0" bIns="0" anchor="t">
            <a:spAutoFit/>
          </a:bodyPr>
          <a:p>
            <a:pPr>
              <a:lnSpc>
                <a:spcPct val="115000"/>
              </a:lnSpc>
              <a:tabLst>
                <a:tab pos="0" algn="l"/>
              </a:tabLst>
            </a:pPr>
            <a:r>
              <a:rPr lang="es-419" sz="2200" b="0" u="none" strike="noStrike">
                <a:solidFill>
                  <a:srgbClr val="F5A800"/>
                </a:solidFill>
                <a:effectLst/>
                <a:uFillTx/>
                <a:latin typeface="Inter"/>
                <a:ea typeface="Inter"/>
              </a:rPr>
              <a:t>+30,000 Clientes</a:t>
            </a:r>
            <a:endParaRPr lang="es-MX" sz="2200" b="0" u="none" strike="noStrike">
              <a:solidFill>
                <a:srgbClr val="000000"/>
              </a:solidFill>
              <a:effectLst/>
              <a:uFillTx/>
              <a:latin typeface="Arial"/>
            </a:endParaRPr>
          </a:p>
        </p:txBody>
      </p:sp>
      <p:sp>
        <p:nvSpPr>
          <p:cNvPr id="116" name="Google Shape;693;p53"/>
          <p:cNvSpPr/>
          <p:nvPr/>
        </p:nvSpPr>
        <p:spPr>
          <a:xfrm>
            <a:off x="3691800" y="1119600"/>
            <a:ext cx="1758240" cy="538560"/>
          </a:xfrm>
          <a:prstGeom prst="rect">
            <a:avLst/>
          </a:prstGeom>
          <a:noFill/>
          <a:ln w="0">
            <a:noFill/>
          </a:ln>
        </p:spPr>
        <p:style>
          <a:lnRef idx="0"/>
          <a:fillRef idx="0"/>
          <a:effectRef idx="0"/>
          <a:fontRef idx="minor"/>
        </p:style>
        <p:txBody>
          <a:bodyPr lIns="0" tIns="0" rIns="0" bIns="0" anchor="t">
            <a:spAutoFit/>
          </a:bodyPr>
          <a:p>
            <a:pPr>
              <a:lnSpc>
                <a:spcPct val="115000"/>
              </a:lnSpc>
              <a:tabLst>
                <a:tab pos="0" algn="l"/>
              </a:tabLst>
            </a:pPr>
            <a:r>
              <a:rPr lang="es-419" sz="3500" b="0" u="none" strike="noStrike">
                <a:solidFill>
                  <a:schemeClr val="dk1"/>
                </a:solidFill>
                <a:effectLst/>
                <a:uFillTx/>
                <a:latin typeface="Inter"/>
                <a:ea typeface="Inter"/>
              </a:rPr>
              <a:t>≈ 100%</a:t>
            </a:r>
            <a:endParaRPr lang="es-MX" sz="3500" b="0" u="none" strike="noStrike">
              <a:solidFill>
                <a:srgbClr val="000000"/>
              </a:solidFill>
              <a:effectLst/>
              <a:uFillTx/>
              <a:latin typeface="Arial"/>
            </a:endParaRPr>
          </a:p>
        </p:txBody>
      </p:sp>
      <p:sp>
        <p:nvSpPr>
          <p:cNvPr id="117" name="Google Shape;694;p53"/>
          <p:cNvSpPr/>
          <p:nvPr/>
        </p:nvSpPr>
        <p:spPr>
          <a:xfrm>
            <a:off x="3691800" y="1717200"/>
            <a:ext cx="1585080" cy="3690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s-419" sz="1200" b="0" u="none" strike="noStrike">
                <a:solidFill>
                  <a:srgbClr val="000000"/>
                </a:solidFill>
                <a:effectLst/>
                <a:uFillTx/>
                <a:latin typeface="Inter"/>
                <a:ea typeface="Inter"/>
              </a:rPr>
              <a:t>Lorem ipsum dolor sit amet, consectetur</a:t>
            </a:r>
            <a:endParaRPr lang="es-MX" sz="1200" b="0" u="none" strike="noStrike">
              <a:solidFill>
                <a:srgbClr val="000000"/>
              </a:solidFill>
              <a:effectLst/>
              <a:uFillTx/>
              <a:latin typeface="Arial"/>
            </a:endParaRPr>
          </a:p>
        </p:txBody>
      </p:sp>
      <p:sp>
        <p:nvSpPr>
          <p:cNvPr id="118" name="Google Shape;695;p53"/>
          <p:cNvSpPr/>
          <p:nvPr/>
        </p:nvSpPr>
        <p:spPr>
          <a:xfrm>
            <a:off x="7081200" y="2561400"/>
            <a:ext cx="1486440" cy="5076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s-419" sz="1100" b="0" u="none" strike="noStrike">
                <a:solidFill>
                  <a:srgbClr val="000000"/>
                </a:solidFill>
                <a:effectLst/>
                <a:uFillTx/>
                <a:latin typeface="Inter"/>
                <a:ea typeface="Inter"/>
              </a:rPr>
              <a:t>Lorem ipsum dolor sit amet, consectetur adipiscing elit</a:t>
            </a:r>
            <a:endParaRPr lang="es-MX" sz="1100" b="0" u="none" strike="noStrike">
              <a:solidFill>
                <a:srgbClr val="000000"/>
              </a:solidFill>
              <a:effectLst/>
              <a:uFillTx/>
              <a:latin typeface="Arial"/>
            </a:endParaRPr>
          </a:p>
        </p:txBody>
      </p:sp>
      <p:sp>
        <p:nvSpPr>
          <p:cNvPr id="119" name="Google Shape;696;p53"/>
          <p:cNvSpPr/>
          <p:nvPr/>
        </p:nvSpPr>
        <p:spPr>
          <a:xfrm>
            <a:off x="5877720" y="2526840"/>
            <a:ext cx="1164240" cy="569160"/>
          </a:xfrm>
          <a:prstGeom prst="rect">
            <a:avLst/>
          </a:prstGeom>
          <a:noFill/>
          <a:ln w="0">
            <a:noFill/>
          </a:ln>
        </p:spPr>
        <p:style>
          <a:lnRef idx="0"/>
          <a:fillRef idx="0"/>
          <a:effectRef idx="0"/>
          <a:fontRef idx="minor"/>
        </p:style>
        <p:txBody>
          <a:bodyPr lIns="0" tIns="0" rIns="0" bIns="0" anchor="t">
            <a:spAutoFit/>
          </a:bodyPr>
          <a:p>
            <a:pPr>
              <a:lnSpc>
                <a:spcPct val="115000"/>
              </a:lnSpc>
              <a:tabLst>
                <a:tab pos="0" algn="l"/>
              </a:tabLst>
            </a:pPr>
            <a:r>
              <a:rPr lang="es-419" sz="3700" b="0" u="none" strike="noStrike">
                <a:solidFill>
                  <a:srgbClr val="F5A800"/>
                </a:solidFill>
                <a:effectLst/>
                <a:uFillTx/>
                <a:latin typeface="Inter"/>
                <a:ea typeface="Inter"/>
              </a:rPr>
              <a:t>40%</a:t>
            </a:r>
            <a:endParaRPr lang="es-MX" sz="3700" b="0" u="none" strike="noStrike">
              <a:solidFill>
                <a:srgbClr val="000000"/>
              </a:solidFill>
              <a:effectLst/>
              <a:uFillTx/>
              <a:latin typeface="Arial"/>
            </a:endParaRPr>
          </a:p>
        </p:txBody>
      </p:sp>
      <p:sp>
        <p:nvSpPr>
          <p:cNvPr id="120" name="Google Shape;697;p53"/>
          <p:cNvSpPr/>
          <p:nvPr/>
        </p:nvSpPr>
        <p:spPr>
          <a:xfrm>
            <a:off x="671040" y="1762200"/>
            <a:ext cx="2530080" cy="507600"/>
          </a:xfrm>
          <a:prstGeom prst="rect">
            <a:avLst/>
          </a:prstGeom>
          <a:noFill/>
          <a:ln w="0">
            <a:noFill/>
          </a:ln>
        </p:spPr>
        <p:style>
          <a:lnRef idx="0"/>
          <a:fillRef idx="0"/>
          <a:effectRef idx="0"/>
          <a:fontRef idx="minor"/>
        </p:style>
        <p:txBody>
          <a:bodyPr tIns="91440" bIns="91440" anchor="t">
            <a:spAutoFit/>
          </a:bodyPr>
          <a:p>
            <a:pPr>
              <a:lnSpc>
                <a:spcPct val="100000"/>
              </a:lnSpc>
              <a:tabLst>
                <a:tab pos="0" algn="l"/>
              </a:tabLst>
            </a:pPr>
            <a:r>
              <a:rPr lang="es-419" sz="700" b="0" u="none" strike="noStrike">
                <a:solidFill>
                  <a:srgbClr val="000000"/>
                </a:solidFill>
                <a:effectLst/>
                <a:uFillTx/>
                <a:latin typeface="Inter"/>
                <a:ea typeface="Inter"/>
              </a:rPr>
              <a:t>Lorem ipsum dolor sit amet, consectetur adipiscing elit, sed do eiusmod tempor incididunt ut labore et dolore magna aliqua.</a:t>
            </a:r>
            <a:endParaRPr lang="es-MX" sz="700" b="0" u="none" strike="noStrike">
              <a:solidFill>
                <a:srgbClr val="000000"/>
              </a:solidFill>
              <a:effectLst/>
              <a:uFillTx/>
              <a:latin typeface="Arial"/>
            </a:endParaRPr>
          </a:p>
        </p:txBody>
      </p:sp>
      <p:sp>
        <p:nvSpPr>
          <p:cNvPr id="121" name="Google Shape;698;p53"/>
          <p:cNvSpPr/>
          <p:nvPr/>
        </p:nvSpPr>
        <p:spPr>
          <a:xfrm>
            <a:off x="665280" y="3118320"/>
            <a:ext cx="2530080" cy="507600"/>
          </a:xfrm>
          <a:prstGeom prst="rect">
            <a:avLst/>
          </a:prstGeom>
          <a:noFill/>
          <a:ln w="0">
            <a:noFill/>
          </a:ln>
        </p:spPr>
        <p:style>
          <a:lnRef idx="0"/>
          <a:fillRef idx="0"/>
          <a:effectRef idx="0"/>
          <a:fontRef idx="minor"/>
        </p:style>
        <p:txBody>
          <a:bodyPr tIns="91440" bIns="91440" anchor="t">
            <a:spAutoFit/>
          </a:bodyPr>
          <a:p>
            <a:pPr>
              <a:lnSpc>
                <a:spcPct val="100000"/>
              </a:lnSpc>
              <a:tabLst>
                <a:tab pos="0" algn="l"/>
              </a:tabLst>
            </a:pPr>
            <a:r>
              <a:rPr lang="es-419" sz="700" b="0" u="none" strike="noStrike">
                <a:solidFill>
                  <a:srgbClr val="000000"/>
                </a:solidFill>
                <a:effectLst/>
                <a:uFillTx/>
                <a:latin typeface="Inter"/>
                <a:ea typeface="Inter"/>
              </a:rPr>
              <a:t>Lorem ipsum dolor sit amet, consectetur adipiscing elit, sed do eiusmod tempor incididunt ut labore et dolore magna aliqua.</a:t>
            </a:r>
            <a:endParaRPr lang="es-MX" sz="700" b="0" u="none" strike="noStrike">
              <a:solidFill>
                <a:srgbClr val="000000"/>
              </a:solidFill>
              <a:effectLst/>
              <a:uFillTx/>
              <a:latin typeface="Arial"/>
            </a:endParaRPr>
          </a:p>
        </p:txBody>
      </p:sp>
      <p:sp>
        <p:nvSpPr>
          <p:cNvPr id="122" name="Google Shape;699;p53"/>
          <p:cNvSpPr/>
          <p:nvPr/>
        </p:nvSpPr>
        <p:spPr>
          <a:xfrm>
            <a:off x="5960880" y="1488240"/>
            <a:ext cx="2495520" cy="338400"/>
          </a:xfrm>
          <a:prstGeom prst="rect">
            <a:avLst/>
          </a:prstGeom>
          <a:noFill/>
          <a:ln w="0">
            <a:noFill/>
          </a:ln>
        </p:spPr>
        <p:style>
          <a:lnRef idx="0"/>
          <a:fillRef idx="0"/>
          <a:effectRef idx="0"/>
          <a:fontRef idx="minor"/>
        </p:style>
        <p:txBody>
          <a:bodyPr lIns="0" tIns="0" rIns="0" bIns="0" anchor="t">
            <a:spAutoFit/>
          </a:bodyPr>
          <a:p>
            <a:pPr>
              <a:lnSpc>
                <a:spcPct val="100000"/>
              </a:lnSpc>
              <a:tabLst>
                <a:tab pos="0" algn="l"/>
              </a:tabLst>
            </a:pPr>
            <a:r>
              <a:rPr lang="es-419" sz="1100" b="0" u="none" strike="noStrike">
                <a:solidFill>
                  <a:srgbClr val="000000"/>
                </a:solidFill>
                <a:effectLst/>
                <a:uFillTx/>
                <a:latin typeface="Inter"/>
                <a:ea typeface="Inter"/>
              </a:rPr>
              <a:t>Lorem ipsum dolor sit amet, consectetur adipiscing elit</a:t>
            </a:r>
            <a:endParaRPr lang="es-MX" sz="1100" b="0" u="none" strike="noStrike">
              <a:solidFill>
                <a:srgbClr val="000000"/>
              </a:solidFill>
              <a:effectLst/>
              <a:uFillTx/>
              <a:latin typeface="Arial"/>
            </a:endParaRPr>
          </a:p>
        </p:txBody>
      </p:sp>
      <p:sp>
        <p:nvSpPr>
          <p:cNvPr id="123" name="Google Shape;700;p53"/>
          <p:cNvSpPr/>
          <p:nvPr/>
        </p:nvSpPr>
        <p:spPr>
          <a:xfrm>
            <a:off x="5912280" y="1118880"/>
            <a:ext cx="2495520" cy="369000"/>
          </a:xfrm>
          <a:prstGeom prst="rect">
            <a:avLst/>
          </a:prstGeom>
          <a:noFill/>
          <a:ln w="0">
            <a:noFill/>
          </a:ln>
        </p:spPr>
        <p:style>
          <a:lnRef idx="0"/>
          <a:fillRef idx="0"/>
          <a:effectRef idx="0"/>
          <a:fontRef idx="minor"/>
        </p:style>
        <p:txBody>
          <a:bodyPr lIns="0" tIns="0" rIns="0" bIns="0" anchor="t">
            <a:spAutoFit/>
          </a:bodyPr>
          <a:p>
            <a:pPr>
              <a:lnSpc>
                <a:spcPct val="115000"/>
              </a:lnSpc>
              <a:tabLst>
                <a:tab pos="0" algn="l"/>
              </a:tabLst>
            </a:pPr>
            <a:r>
              <a:rPr lang="es-419" sz="2400" b="0" u="none" strike="noStrike">
                <a:solidFill>
                  <a:schemeClr val="lt1"/>
                </a:solidFill>
                <a:effectLst/>
                <a:uFillTx/>
                <a:latin typeface="Inter"/>
                <a:ea typeface="Inter"/>
              </a:rPr>
              <a:t>1.6 millones</a:t>
            </a:r>
            <a:endParaRPr lang="es-MX" sz="2400" b="0" u="none" strike="noStrike">
              <a:solidFill>
                <a:srgbClr val="000000"/>
              </a:solidFill>
              <a:effectLst/>
              <a:uFillTx/>
              <a:latin typeface="Arial"/>
            </a:endParaRPr>
          </a:p>
        </p:txBody>
      </p:sp>
      <p:sp>
        <p:nvSpPr>
          <p:cNvPr id="124" name="Google Shape;701;p53"/>
          <p:cNvSpPr/>
          <p:nvPr/>
        </p:nvSpPr>
        <p:spPr>
          <a:xfrm>
            <a:off x="5877720" y="1833840"/>
            <a:ext cx="2530080" cy="507600"/>
          </a:xfrm>
          <a:prstGeom prst="rect">
            <a:avLst/>
          </a:prstGeom>
          <a:noFill/>
          <a:ln w="0">
            <a:noFill/>
          </a:ln>
        </p:spPr>
        <p:style>
          <a:lnRef idx="0"/>
          <a:fillRef idx="0"/>
          <a:effectRef idx="0"/>
          <a:fontRef idx="minor"/>
        </p:style>
        <p:txBody>
          <a:bodyPr tIns="91440" bIns="91440" anchor="t">
            <a:spAutoFit/>
          </a:bodyPr>
          <a:p>
            <a:pPr>
              <a:lnSpc>
                <a:spcPct val="100000"/>
              </a:lnSpc>
              <a:tabLst>
                <a:tab pos="0" algn="l"/>
              </a:tabLst>
            </a:pPr>
            <a:r>
              <a:rPr lang="es-419" sz="700" b="0" u="none" strike="noStrike">
                <a:solidFill>
                  <a:srgbClr val="000000"/>
                </a:solidFill>
                <a:effectLst/>
                <a:uFillTx/>
                <a:latin typeface="Inter"/>
                <a:ea typeface="Inter"/>
              </a:rPr>
              <a:t>Lorem ipsum dolor sit amet, consectetur adipiscing elit, sed do eiusmod tempor incididunt ut labore et dolore magna aliqua.</a:t>
            </a:r>
            <a:endParaRPr lang="es-MX" sz="700" b="0" u="none" strike="noStrike">
              <a:solidFill>
                <a:srgbClr val="000000"/>
              </a:solidFill>
              <a:effectLst/>
              <a:uFillTx/>
              <a:latin typeface="Arial"/>
            </a:endParaRPr>
          </a:p>
        </p:txBody>
      </p:sp>
      <p:sp>
        <p:nvSpPr>
          <p:cNvPr id="125" name="Google Shape;702;p53"/>
          <p:cNvSpPr/>
          <p:nvPr/>
        </p:nvSpPr>
        <p:spPr>
          <a:xfrm>
            <a:off x="5819760" y="3132360"/>
            <a:ext cx="2778120" cy="1020240"/>
          </a:xfrm>
          <a:prstGeom prst="rect">
            <a:avLst/>
          </a:prstGeom>
          <a:noFill/>
          <a:ln w="0">
            <a:noFill/>
          </a:ln>
        </p:spPr>
        <p:style>
          <a:lnRef idx="0"/>
          <a:fillRef idx="0"/>
          <a:effectRef idx="0"/>
          <a:fontRef idx="minor"/>
        </p:style>
        <p:txBody>
          <a:bodyPr tIns="91440" bIns="91440" anchor="t">
            <a:spAutoFit/>
          </a:bodyPr>
          <a:p>
            <a:pPr>
              <a:lnSpc>
                <a:spcPct val="115000"/>
              </a:lnSpc>
              <a:spcAft>
                <a:spcPts val="1001"/>
              </a:spcAft>
              <a:tabLst>
                <a:tab pos="0" algn="l"/>
              </a:tabLst>
            </a:pPr>
            <a:r>
              <a:rPr lang="es-419" sz="700" b="0" u="none" strike="noStrike">
                <a:solidFill>
                  <a:srgbClr val="000000"/>
                </a:solidFill>
                <a:effectLst/>
                <a:uFillTx/>
                <a:latin typeface="Inter"/>
                <a:ea typeface="Inter"/>
              </a:rPr>
              <a:t>Lorem ipsum dolor sit amet, consectetur adipiscing elit, sed do eiusmod tempor incididunt ut labore et dolore magna aliqua.*</a:t>
            </a:r>
            <a:br>
              <a:rPr sz="700"/>
            </a:br>
            <a:br>
              <a:rPr sz="700"/>
            </a:br>
            <a:br>
              <a:rPr sz="700"/>
            </a:br>
            <a:r>
              <a:rPr lang="es-419" sz="700" b="0" u="none" strike="noStrike">
                <a:solidFill>
                  <a:schemeClr val="dk1"/>
                </a:solidFill>
                <a:effectLst/>
                <a:uFillTx/>
                <a:latin typeface="Inter"/>
                <a:ea typeface="Inter"/>
              </a:rPr>
              <a:t>*</a:t>
            </a:r>
            <a:r>
              <a:rPr lang="es-419" sz="600" b="0" u="none" strike="noStrike">
                <a:solidFill>
                  <a:srgbClr val="000000"/>
                </a:solidFill>
                <a:effectLst/>
                <a:uFillTx/>
                <a:latin typeface="Inter"/>
                <a:ea typeface="Inter"/>
              </a:rPr>
              <a:t>Lorem ipsum dolor sit amet, consectetur adipiscing elit, sed do eiusmod tempor incididunt ut labore et dolore magna aliqua.</a:t>
            </a:r>
            <a:endParaRPr lang="es-MX" sz="600" b="0" u="none" strike="noStrike">
              <a:solidFill>
                <a:srgbClr val="000000"/>
              </a:solidFill>
              <a:effectLst/>
              <a:uFillTx/>
              <a:latin typeface="Arial"/>
            </a:endParaRPr>
          </a:p>
        </p:txBody>
      </p:sp>
      <p:sp>
        <p:nvSpPr>
          <p:cNvPr id="126" name="PlaceHolder 1"/>
          <p:cNvSpPr>
            <a:spLocks noGrp="1"/>
          </p:cNvSpPr>
          <p:nvPr>
            <p:ph type="sldNum" idx="15"/>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533DB39E-3EE0-41AA-9A2A-87DD5B5749C4}" type="slidenum">
              <a:rPr lang="es-419" sz="800" b="1" u="none" strike="noStrike">
                <a:solidFill>
                  <a:schemeClr val="dk1"/>
                </a:solidFill>
                <a:effectLst/>
                <a:uFillTx/>
                <a:latin typeface="Inter"/>
                <a:ea typeface="Inter"/>
              </a:rPr>
              <a:t>8</a:t>
            </a:fld>
            <a:endParaRPr lang="es-MX" sz="800" b="0" u="none" strike="noStrike">
              <a:solidFill>
                <a:srgbClr val="000000"/>
              </a:solidFill>
              <a:effectLst/>
              <a:uFillTx/>
              <a:latin typeface="Times New Roman"/>
            </a:endParaRPr>
          </a:p>
        </p:txBody>
      </p:sp>
      <p:sp>
        <p:nvSpPr>
          <p:cNvPr id="127" name="PlaceHolder 2"/>
          <p:cNvSpPr>
            <a:spLocks noGrp="1"/>
          </p:cNvSpPr>
          <p:nvPr>
            <p:ph type="title"/>
          </p:nvPr>
        </p:nvSpPr>
        <p:spPr>
          <a:xfrm>
            <a:off x="1445400" y="179280"/>
            <a:ext cx="6250680" cy="428400"/>
          </a:xfrm>
          <a:prstGeom prst="rect">
            <a:avLst/>
          </a:prstGeom>
          <a:noFill/>
          <a:ln w="0">
            <a:noFill/>
          </a:ln>
        </p:spPr>
        <p:txBody>
          <a:bodyPr lIns="162000" tIns="90000" rIns="162000" bIns="90000" anchor="t">
            <a:spAutoFit/>
          </a:bodyPr>
          <a:p>
            <a:pPr indent="0" algn="ctr">
              <a:lnSpc>
                <a:spcPct val="100000"/>
              </a:lnSpc>
              <a:buNone/>
              <a:tabLst>
                <a:tab pos="0" algn="l"/>
              </a:tabLst>
            </a:pPr>
            <a:r>
              <a:rPr lang="es-419" sz="1600" b="0" u="none" strike="noStrike">
                <a:solidFill>
                  <a:srgbClr val="000000"/>
                </a:solidFill>
                <a:effectLst/>
                <a:uFillTx/>
                <a:latin typeface="Inter"/>
                <a:ea typeface="Inter"/>
              </a:rPr>
              <a:t>Lorem ipsum dolor sit amet, consect.</a:t>
            </a:r>
            <a:endParaRPr lang="es-MX"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p:nvPr>
        </p:nvSpPr>
        <p:spPr>
          <a:xfrm>
            <a:off x="180000" y="1285920"/>
            <a:ext cx="2860560" cy="859320"/>
          </a:xfrm>
          <a:prstGeom prst="rect">
            <a:avLst/>
          </a:prstGeom>
          <a:noFill/>
          <a:ln w="0">
            <a:noFill/>
          </a:ln>
        </p:spPr>
        <p:txBody>
          <a:bodyPr lIns="91440" tIns="91440" rIns="91440" bIns="91440" anchor="t">
            <a:noAutofit/>
          </a:bodyPr>
          <a:p>
            <a:pPr indent="0" algn="l">
              <a:lnSpc>
                <a:spcPct val="100000"/>
              </a:lnSpc>
              <a:buNone/>
              <a:tabLst>
                <a:tab pos="0" algn="l"/>
              </a:tabLst>
            </a:pPr>
            <a:r>
              <a:rPr lang="es-419" sz="800" b="1" u="none" strike="noStrike">
                <a:solidFill>
                  <a:srgbClr val="000000"/>
                </a:solidFill>
                <a:effectLst/>
                <a:uFillTx/>
                <a:latin typeface="Inter"/>
                <a:ea typeface="Inter"/>
              </a:rPr>
              <a:t>Lorem ipsum dolor sit amet</a:t>
            </a:r>
            <a:endParaRPr lang="es-MX" sz="800" b="0" u="none" strike="noStrike">
              <a:solidFill>
                <a:srgbClr val="000000"/>
              </a:solidFill>
              <a:effectLst/>
              <a:uFillTx/>
              <a:latin typeface="Arial"/>
            </a:endParaRPr>
          </a:p>
          <a:p>
            <a:pPr indent="0" algn="l">
              <a:lnSpc>
                <a:spcPct val="100000"/>
              </a:lnSpc>
              <a:buNone/>
              <a:tabLst>
                <a:tab pos="0" algn="l"/>
              </a:tabLst>
            </a:pPr>
            <a:endParaRPr lang="es-MX" sz="800" b="0" u="none" strike="noStrike">
              <a:solidFill>
                <a:srgbClr val="000000"/>
              </a:solidFill>
              <a:effectLst/>
              <a:uFillTx/>
              <a:latin typeface="Arial"/>
            </a:endParaRPr>
          </a:p>
          <a:p>
            <a:pPr indent="0" algn="l">
              <a:lnSpc>
                <a:spcPct val="100000"/>
              </a:lnSpc>
              <a:buNone/>
              <a:tabLst>
                <a:tab pos="0" algn="l"/>
              </a:tabLst>
            </a:pPr>
            <a:r>
              <a:rPr lang="es-419" sz="800" b="0" u="none" strike="noStrike">
                <a:solidFill>
                  <a:srgbClr val="000000"/>
                </a:solidFill>
                <a:effectLst/>
                <a:uFillTx/>
                <a:latin typeface="Inter"/>
                <a:ea typeface="Inter"/>
              </a:rPr>
              <a:t>Consectetur adipiscing elit, sed do eiusmod tempor incididunt ut labore et dolore magna aliqua. </a:t>
            </a:r>
            <a:endParaRPr lang="es-MX" sz="800" b="0" u="none" strike="noStrike">
              <a:solidFill>
                <a:srgbClr val="000000"/>
              </a:solidFill>
              <a:effectLst/>
              <a:uFillTx/>
              <a:latin typeface="Arial"/>
            </a:endParaRPr>
          </a:p>
        </p:txBody>
      </p:sp>
      <p:sp>
        <p:nvSpPr>
          <p:cNvPr id="129" name="PlaceHolder 2"/>
          <p:cNvSpPr>
            <a:spLocks noGrp="1"/>
          </p:cNvSpPr>
          <p:nvPr>
            <p:ph/>
          </p:nvPr>
        </p:nvSpPr>
        <p:spPr>
          <a:xfrm>
            <a:off x="3143160" y="1285920"/>
            <a:ext cx="2221920" cy="859320"/>
          </a:xfrm>
          <a:prstGeom prst="rect">
            <a:avLst/>
          </a:prstGeom>
          <a:noFill/>
          <a:ln w="0">
            <a:noFill/>
          </a:ln>
        </p:spPr>
        <p:txBody>
          <a:bodyPr lIns="91440" tIns="91440" rIns="91440" bIns="91440" anchor="t">
            <a:noAutofit/>
          </a:bodyPr>
          <a:p>
            <a:pPr indent="0" algn="l">
              <a:lnSpc>
                <a:spcPct val="100000"/>
              </a:lnSpc>
              <a:buNone/>
              <a:tabLst>
                <a:tab pos="0" algn="l"/>
              </a:tabLst>
            </a:pPr>
            <a:r>
              <a:rPr lang="es-419" sz="800" b="1" u="none" strike="noStrike">
                <a:solidFill>
                  <a:srgbClr val="000000"/>
                </a:solidFill>
                <a:effectLst/>
                <a:uFillTx/>
                <a:latin typeface="Inter"/>
                <a:ea typeface="Inter"/>
              </a:rPr>
              <a:t>Lorem ipsum dolor sit amet</a:t>
            </a:r>
            <a:endParaRPr lang="es-MX" sz="800" b="0" u="none" strike="noStrike">
              <a:solidFill>
                <a:srgbClr val="000000"/>
              </a:solidFill>
              <a:effectLst/>
              <a:uFillTx/>
              <a:latin typeface="Arial"/>
            </a:endParaRPr>
          </a:p>
          <a:p>
            <a:pPr indent="0" algn="l">
              <a:lnSpc>
                <a:spcPct val="100000"/>
              </a:lnSpc>
              <a:buNone/>
              <a:tabLst>
                <a:tab pos="0" algn="l"/>
              </a:tabLst>
            </a:pPr>
            <a:endParaRPr lang="es-MX" sz="800" b="0" u="none" strike="noStrike">
              <a:solidFill>
                <a:srgbClr val="000000"/>
              </a:solidFill>
              <a:effectLst/>
              <a:uFillTx/>
              <a:latin typeface="Arial"/>
            </a:endParaRPr>
          </a:p>
          <a:p>
            <a:pPr indent="0" algn="l">
              <a:lnSpc>
                <a:spcPct val="100000"/>
              </a:lnSpc>
              <a:buNone/>
              <a:tabLst>
                <a:tab pos="0" algn="l"/>
              </a:tabLst>
            </a:pPr>
            <a:r>
              <a:rPr lang="es-419" sz="800" b="0" u="none" strike="noStrike">
                <a:solidFill>
                  <a:srgbClr val="000000"/>
                </a:solidFill>
                <a:effectLst/>
                <a:uFillTx/>
                <a:latin typeface="Inter"/>
                <a:ea typeface="Inter"/>
              </a:rPr>
              <a:t>Consectetur adipiscing elit, sed do eiusmod tempor incididunt ut labore et dolore magna aliqua. </a:t>
            </a:r>
            <a:endParaRPr lang="es-MX" sz="800" b="0" u="none" strike="noStrike">
              <a:solidFill>
                <a:srgbClr val="000000"/>
              </a:solidFill>
              <a:effectLst/>
              <a:uFillTx/>
              <a:latin typeface="Arial"/>
            </a:endParaRPr>
          </a:p>
        </p:txBody>
      </p:sp>
      <p:sp>
        <p:nvSpPr>
          <p:cNvPr id="130" name="Google Shape;711;p54"/>
          <p:cNvSpPr/>
          <p:nvPr/>
        </p:nvSpPr>
        <p:spPr>
          <a:xfrm>
            <a:off x="180000" y="349920"/>
            <a:ext cx="3847320" cy="766440"/>
          </a:xfrm>
          <a:prstGeom prst="rect">
            <a:avLst/>
          </a:prstGeom>
          <a:noFill/>
          <a:ln w="0">
            <a:noFill/>
          </a:ln>
        </p:spPr>
        <p:style>
          <a:lnRef idx="0"/>
          <a:fillRef idx="0"/>
          <a:effectRef idx="0"/>
          <a:fontRef idx="minor"/>
        </p:style>
        <p:txBody>
          <a:bodyPr lIns="162000" tIns="90000" rIns="162000" bIns="90000" anchor="t">
            <a:spAutoFit/>
          </a:bodyPr>
          <a:p>
            <a:pPr>
              <a:lnSpc>
                <a:spcPct val="100000"/>
              </a:lnSpc>
              <a:tabLst>
                <a:tab pos="0" algn="l"/>
              </a:tabLst>
            </a:pPr>
            <a:r>
              <a:rPr lang="es-419" sz="1900" b="0" u="none" strike="noStrike">
                <a:solidFill>
                  <a:srgbClr val="000000"/>
                </a:solidFill>
                <a:effectLst/>
                <a:uFillTx/>
                <a:latin typeface="Inter"/>
                <a:ea typeface="Inter"/>
              </a:rPr>
              <a:t>Lorem ipsum dolor sit amet dolor sit amet</a:t>
            </a:r>
            <a:endParaRPr lang="es-MX" sz="1900" b="0" u="none" strike="noStrike">
              <a:solidFill>
                <a:srgbClr val="000000"/>
              </a:solidFill>
              <a:effectLst/>
              <a:uFillTx/>
              <a:latin typeface="Arial"/>
            </a:endParaRPr>
          </a:p>
        </p:txBody>
      </p:sp>
      <p:pic>
        <p:nvPicPr>
          <p:cNvPr id="131" name="Google Shape;712;p54"/>
          <p:cNvPicPr/>
          <p:nvPr/>
        </p:nvPicPr>
        <p:blipFill>
          <a:blip r:embed="rId1"/>
          <a:stretch/>
        </p:blipFill>
        <p:spPr>
          <a:xfrm>
            <a:off x="291600" y="2266920"/>
            <a:ext cx="244440" cy="244440"/>
          </a:xfrm>
          <a:prstGeom prst="rect">
            <a:avLst/>
          </a:prstGeom>
          <a:noFill/>
          <a:ln w="0">
            <a:noFill/>
          </a:ln>
        </p:spPr>
      </p:pic>
      <p:pic>
        <p:nvPicPr>
          <p:cNvPr id="132" name="Google Shape;713;p54"/>
          <p:cNvPicPr/>
          <p:nvPr/>
        </p:nvPicPr>
        <p:blipFill>
          <a:blip r:embed="rId2"/>
          <a:stretch/>
        </p:blipFill>
        <p:spPr>
          <a:xfrm>
            <a:off x="291600" y="2814840"/>
            <a:ext cx="244440" cy="244440"/>
          </a:xfrm>
          <a:prstGeom prst="rect">
            <a:avLst/>
          </a:prstGeom>
          <a:noFill/>
          <a:ln w="0">
            <a:noFill/>
          </a:ln>
        </p:spPr>
      </p:pic>
      <p:pic>
        <p:nvPicPr>
          <p:cNvPr id="133" name="Google Shape;714;p54"/>
          <p:cNvPicPr/>
          <p:nvPr/>
        </p:nvPicPr>
        <p:blipFill>
          <a:blip r:embed="rId3"/>
          <a:stretch/>
        </p:blipFill>
        <p:spPr>
          <a:xfrm>
            <a:off x="291600" y="3088800"/>
            <a:ext cx="244440" cy="244440"/>
          </a:xfrm>
          <a:prstGeom prst="rect">
            <a:avLst/>
          </a:prstGeom>
          <a:noFill/>
          <a:ln w="0">
            <a:noFill/>
          </a:ln>
        </p:spPr>
      </p:pic>
      <p:pic>
        <p:nvPicPr>
          <p:cNvPr id="134" name="Google Shape;715;p54"/>
          <p:cNvPicPr/>
          <p:nvPr/>
        </p:nvPicPr>
        <p:blipFill>
          <a:blip r:embed="rId4"/>
          <a:stretch/>
        </p:blipFill>
        <p:spPr>
          <a:xfrm>
            <a:off x="291600" y="2540880"/>
            <a:ext cx="244440" cy="244440"/>
          </a:xfrm>
          <a:prstGeom prst="rect">
            <a:avLst/>
          </a:prstGeom>
          <a:noFill/>
          <a:ln w="0">
            <a:noFill/>
          </a:ln>
        </p:spPr>
      </p:pic>
      <p:pic>
        <p:nvPicPr>
          <p:cNvPr id="135" name="Google Shape;716;p54"/>
          <p:cNvPicPr/>
          <p:nvPr/>
        </p:nvPicPr>
        <p:blipFill>
          <a:blip r:embed="rId5"/>
          <a:stretch/>
        </p:blipFill>
        <p:spPr>
          <a:xfrm>
            <a:off x="291600" y="3362760"/>
            <a:ext cx="244440" cy="244440"/>
          </a:xfrm>
          <a:prstGeom prst="rect">
            <a:avLst/>
          </a:prstGeom>
          <a:noFill/>
          <a:ln w="0">
            <a:noFill/>
          </a:ln>
        </p:spPr>
      </p:pic>
      <p:pic>
        <p:nvPicPr>
          <p:cNvPr id="136" name="Google Shape;717;p54"/>
          <p:cNvPicPr/>
          <p:nvPr/>
        </p:nvPicPr>
        <p:blipFill>
          <a:blip r:embed="rId6"/>
          <a:stretch/>
        </p:blipFill>
        <p:spPr>
          <a:xfrm>
            <a:off x="3279960" y="2266920"/>
            <a:ext cx="244440" cy="244440"/>
          </a:xfrm>
          <a:prstGeom prst="rect">
            <a:avLst/>
          </a:prstGeom>
          <a:noFill/>
          <a:ln w="0">
            <a:noFill/>
          </a:ln>
        </p:spPr>
      </p:pic>
      <p:pic>
        <p:nvPicPr>
          <p:cNvPr id="137" name="Google Shape;718;p54"/>
          <p:cNvPicPr/>
          <p:nvPr/>
        </p:nvPicPr>
        <p:blipFill>
          <a:blip r:embed="rId7"/>
          <a:stretch/>
        </p:blipFill>
        <p:spPr>
          <a:xfrm>
            <a:off x="3279960" y="2540880"/>
            <a:ext cx="244440" cy="244440"/>
          </a:xfrm>
          <a:prstGeom prst="rect">
            <a:avLst/>
          </a:prstGeom>
          <a:noFill/>
          <a:ln w="0">
            <a:noFill/>
          </a:ln>
        </p:spPr>
      </p:pic>
      <p:sp>
        <p:nvSpPr>
          <p:cNvPr id="138" name="Google Shape;719;p54"/>
          <p:cNvSpPr/>
          <p:nvPr/>
        </p:nvSpPr>
        <p:spPr>
          <a:xfrm>
            <a:off x="5621400" y="223920"/>
            <a:ext cx="3338280" cy="4328640"/>
          </a:xfrm>
          <a:prstGeom prst="roundRect">
            <a:avLst>
              <a:gd name="adj" fmla="val 4578"/>
            </a:avLst>
          </a:prstGeom>
          <a:blipFill rotWithShape="0">
            <a:blip r:embed="rId8"/>
            <a:srcRect/>
            <a:stretch/>
          </a:blipFill>
          <a:ln w="0">
            <a:noFill/>
          </a:ln>
        </p:spPr>
        <p:style>
          <a:lnRef idx="0"/>
          <a:fillRef idx="0"/>
          <a:effectRef idx="0"/>
          <a:fontRef idx="minor"/>
        </p:style>
        <p:txBody>
          <a:bodyPr lIns="90000" tIns="45000" rIns="90000" bIns="45000" anchor="t">
            <a:noAutofit/>
          </a:bodyPr>
          <a:p>
            <a:endParaRPr lang="es-MX" sz="1800" b="0" u="none" strike="noStrike">
              <a:solidFill>
                <a:srgbClr val="000000"/>
              </a:solidFill>
              <a:effectLst/>
              <a:uFillTx/>
              <a:latin typeface="Arial"/>
            </a:endParaRPr>
          </a:p>
        </p:txBody>
      </p:sp>
      <p:sp>
        <p:nvSpPr>
          <p:cNvPr id="139" name="Google Shape;720;p54"/>
          <p:cNvSpPr/>
          <p:nvPr/>
        </p:nvSpPr>
        <p:spPr>
          <a:xfrm>
            <a:off x="641160" y="2341440"/>
            <a:ext cx="1471680" cy="1202400"/>
          </a:xfrm>
          <a:prstGeom prst="rect">
            <a:avLst/>
          </a:prstGeom>
          <a:noFill/>
          <a:ln w="0">
            <a:noFill/>
          </a:ln>
        </p:spPr>
        <p:style>
          <a:lnRef idx="0"/>
          <a:fillRef idx="0"/>
          <a:effectRef idx="0"/>
          <a:fontRef idx="minor"/>
        </p:style>
        <p:txBody>
          <a:bodyPr lIns="0" tIns="0" rIns="0" bIns="0" anchor="t">
            <a:spAutoFit/>
          </a:bodyPr>
          <a:p>
            <a:pPr>
              <a:lnSpc>
                <a:spcPct val="115000"/>
              </a:lnSpc>
              <a:tabLst>
                <a:tab pos="0" algn="l"/>
              </a:tabLst>
            </a:pPr>
            <a:r>
              <a:rPr lang="es-419" sz="800" b="0" u="none" strike="noStrike">
                <a:solidFill>
                  <a:schemeClr val="dk1"/>
                </a:solidFill>
                <a:effectLst/>
                <a:uFillTx/>
                <a:latin typeface="Inter"/>
                <a:ea typeface="Inter"/>
              </a:rPr>
              <a:t>CUENTAS</a:t>
            </a:r>
            <a:endParaRPr lang="es-MX" sz="800" b="0" u="none" strike="noStrike">
              <a:solidFill>
                <a:srgbClr val="000000"/>
              </a:solidFill>
              <a:effectLst/>
              <a:uFillTx/>
              <a:latin typeface="Arial"/>
            </a:endParaRPr>
          </a:p>
          <a:p>
            <a:pPr>
              <a:lnSpc>
                <a:spcPct val="115000"/>
              </a:lnSpc>
              <a:spcBef>
                <a:spcPts val="1001"/>
              </a:spcBef>
              <a:tabLst>
                <a:tab pos="0" algn="l"/>
              </a:tabLst>
            </a:pPr>
            <a:r>
              <a:rPr lang="es-419" sz="800" b="0" u="none" strike="noStrike">
                <a:solidFill>
                  <a:schemeClr val="dk1"/>
                </a:solidFill>
                <a:effectLst/>
                <a:uFillTx/>
                <a:latin typeface="Inter"/>
                <a:ea typeface="Inter"/>
              </a:rPr>
              <a:t>DIVISAS</a:t>
            </a:r>
            <a:endParaRPr lang="es-MX" sz="800" b="0" u="none" strike="noStrike">
              <a:solidFill>
                <a:srgbClr val="000000"/>
              </a:solidFill>
              <a:effectLst/>
              <a:uFillTx/>
              <a:latin typeface="Arial"/>
            </a:endParaRPr>
          </a:p>
          <a:p>
            <a:pPr>
              <a:lnSpc>
                <a:spcPct val="115000"/>
              </a:lnSpc>
              <a:spcBef>
                <a:spcPts val="1001"/>
              </a:spcBef>
              <a:tabLst>
                <a:tab pos="0" algn="l"/>
              </a:tabLst>
            </a:pPr>
            <a:r>
              <a:rPr lang="es-419" sz="800" b="0" u="none" strike="noStrike">
                <a:solidFill>
                  <a:schemeClr val="dk1"/>
                </a:solidFill>
                <a:effectLst/>
                <a:uFillTx/>
                <a:latin typeface="Inter"/>
                <a:ea typeface="Inter"/>
              </a:rPr>
              <a:t>DERIVADOS</a:t>
            </a:r>
            <a:endParaRPr lang="es-MX" sz="800" b="0" u="none" strike="noStrike">
              <a:solidFill>
                <a:srgbClr val="000000"/>
              </a:solidFill>
              <a:effectLst/>
              <a:uFillTx/>
              <a:latin typeface="Arial"/>
            </a:endParaRPr>
          </a:p>
          <a:p>
            <a:pPr>
              <a:lnSpc>
                <a:spcPct val="115000"/>
              </a:lnSpc>
              <a:spcBef>
                <a:spcPts val="1001"/>
              </a:spcBef>
              <a:tabLst>
                <a:tab pos="0" algn="l"/>
              </a:tabLst>
            </a:pPr>
            <a:r>
              <a:rPr lang="es-419" sz="800" b="0" u="none" strike="noStrike">
                <a:solidFill>
                  <a:schemeClr val="dk1"/>
                </a:solidFill>
                <a:effectLst/>
                <a:uFillTx/>
                <a:latin typeface="Inter"/>
                <a:ea typeface="Inter"/>
              </a:rPr>
              <a:t>FINANCIAMIENTO</a:t>
            </a:r>
            <a:endParaRPr lang="es-MX" sz="800" b="0" u="none" strike="noStrike">
              <a:solidFill>
                <a:srgbClr val="000000"/>
              </a:solidFill>
              <a:effectLst/>
              <a:uFillTx/>
              <a:latin typeface="Arial"/>
            </a:endParaRPr>
          </a:p>
          <a:p>
            <a:pPr>
              <a:lnSpc>
                <a:spcPct val="115000"/>
              </a:lnSpc>
              <a:spcBef>
                <a:spcPts val="1001"/>
              </a:spcBef>
              <a:spcAft>
                <a:spcPts val="1001"/>
              </a:spcAft>
              <a:tabLst>
                <a:tab pos="0" algn="l"/>
              </a:tabLst>
            </a:pPr>
            <a:r>
              <a:rPr lang="es-419" sz="800" b="0" u="none" strike="noStrike">
                <a:solidFill>
                  <a:schemeClr val="dk1"/>
                </a:solidFill>
                <a:effectLst/>
                <a:uFillTx/>
                <a:latin typeface="Inter"/>
                <a:ea typeface="Inter"/>
              </a:rPr>
              <a:t>INVERSIONES</a:t>
            </a:r>
            <a:endParaRPr lang="es-MX" sz="800" b="0" u="none" strike="noStrike">
              <a:solidFill>
                <a:srgbClr val="000000"/>
              </a:solidFill>
              <a:effectLst/>
              <a:uFillTx/>
              <a:latin typeface="Arial"/>
            </a:endParaRPr>
          </a:p>
        </p:txBody>
      </p:sp>
      <p:sp>
        <p:nvSpPr>
          <p:cNvPr id="140" name="Google Shape;721;p54"/>
          <p:cNvSpPr/>
          <p:nvPr/>
        </p:nvSpPr>
        <p:spPr>
          <a:xfrm>
            <a:off x="3568320" y="2341440"/>
            <a:ext cx="1471680" cy="392760"/>
          </a:xfrm>
          <a:prstGeom prst="rect">
            <a:avLst/>
          </a:prstGeom>
          <a:noFill/>
          <a:ln w="0">
            <a:noFill/>
          </a:ln>
        </p:spPr>
        <p:style>
          <a:lnRef idx="0"/>
          <a:fillRef idx="0"/>
          <a:effectRef idx="0"/>
          <a:fontRef idx="minor"/>
        </p:style>
        <p:txBody>
          <a:bodyPr lIns="0" tIns="0" rIns="0" bIns="0" anchor="t">
            <a:spAutoFit/>
          </a:bodyPr>
          <a:p>
            <a:pPr>
              <a:lnSpc>
                <a:spcPct val="115000"/>
              </a:lnSpc>
              <a:tabLst>
                <a:tab pos="0" algn="l"/>
              </a:tabLst>
            </a:pPr>
            <a:r>
              <a:rPr lang="es-419" sz="800" b="0" u="none" strike="noStrike">
                <a:solidFill>
                  <a:schemeClr val="dk1"/>
                </a:solidFill>
                <a:effectLst/>
                <a:uFillTx/>
                <a:latin typeface="Inter"/>
                <a:ea typeface="Inter"/>
              </a:rPr>
              <a:t>CUENTA PERSONAL</a:t>
            </a:r>
            <a:endParaRPr lang="es-MX" sz="800" b="0" u="none" strike="noStrike">
              <a:solidFill>
                <a:srgbClr val="000000"/>
              </a:solidFill>
              <a:effectLst/>
              <a:uFillTx/>
              <a:latin typeface="Arial"/>
            </a:endParaRPr>
          </a:p>
          <a:p>
            <a:pPr>
              <a:lnSpc>
                <a:spcPct val="115000"/>
              </a:lnSpc>
              <a:spcBef>
                <a:spcPts val="1001"/>
              </a:spcBef>
              <a:spcAft>
                <a:spcPts val="1001"/>
              </a:spcAft>
              <a:tabLst>
                <a:tab pos="0" algn="l"/>
              </a:tabLst>
            </a:pPr>
            <a:r>
              <a:rPr lang="es-419" sz="800" b="0" u="none" strike="noStrike">
                <a:solidFill>
                  <a:schemeClr val="dk1"/>
                </a:solidFill>
                <a:effectLst/>
                <a:uFillTx/>
                <a:latin typeface="Inter"/>
                <a:ea typeface="Inter"/>
              </a:rPr>
              <a:t>INVERSIONES</a:t>
            </a:r>
            <a:endParaRPr lang="es-MX" sz="800" b="0" u="none" strike="noStrike">
              <a:solidFill>
                <a:srgbClr val="000000"/>
              </a:solidFill>
              <a:effectLst/>
              <a:uFillTx/>
              <a:latin typeface="Arial"/>
            </a:endParaRPr>
          </a:p>
        </p:txBody>
      </p:sp>
      <p:sp>
        <p:nvSpPr>
          <p:cNvPr id="141" name="PlaceHolder 3"/>
          <p:cNvSpPr>
            <a:spLocks noGrp="1"/>
          </p:cNvSpPr>
          <p:nvPr>
            <p:ph type="sldNum" idx="16"/>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16ECA5F4-9E0B-47E6-8FA3-09F7D80726C0}" type="slidenum">
              <a:rPr lang="es-419" sz="800" b="1" u="none" strike="noStrike">
                <a:solidFill>
                  <a:schemeClr val="dk1"/>
                </a:solidFill>
                <a:effectLst/>
                <a:uFillTx/>
                <a:latin typeface="Inter"/>
                <a:ea typeface="Inter"/>
              </a:rPr>
              <a:t>9</a:t>
            </a:fld>
            <a:endParaRPr lang="es-MX" sz="8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2" name="Google Shape;752;p58"/>
          <p:cNvPicPr/>
          <p:nvPr/>
        </p:nvPicPr>
        <p:blipFill>
          <a:blip r:embed="rId1"/>
          <a:srcRect l="-54755" t="-24600" r="-54798" b="-24586"/>
          <a:stretch/>
        </p:blipFill>
        <p:spPr>
          <a:xfrm>
            <a:off x="180000" y="1473480"/>
            <a:ext cx="2120040" cy="1586160"/>
          </a:xfrm>
          <a:prstGeom prst="rect">
            <a:avLst/>
          </a:prstGeom>
          <a:noFill/>
          <a:ln w="0">
            <a:noFill/>
          </a:ln>
        </p:spPr>
      </p:pic>
      <p:pic>
        <p:nvPicPr>
          <p:cNvPr id="143" name="Google Shape;753;p58"/>
          <p:cNvPicPr/>
          <p:nvPr/>
        </p:nvPicPr>
        <p:blipFill>
          <a:blip r:embed="rId2"/>
          <a:srcRect l="5467" t="0" r="5459" b="0"/>
          <a:stretch/>
        </p:blipFill>
        <p:spPr>
          <a:xfrm>
            <a:off x="3150000" y="1473480"/>
            <a:ext cx="2120040" cy="1586520"/>
          </a:xfrm>
          <a:prstGeom prst="rect">
            <a:avLst/>
          </a:prstGeom>
          <a:noFill/>
          <a:ln w="0">
            <a:noFill/>
          </a:ln>
        </p:spPr>
      </p:pic>
      <p:pic>
        <p:nvPicPr>
          <p:cNvPr id="144" name="Google Shape;754;p58"/>
          <p:cNvPicPr/>
          <p:nvPr/>
        </p:nvPicPr>
        <p:blipFill>
          <a:blip r:embed="rId3"/>
          <a:srcRect l="7228" t="0" r="7228" b="0"/>
          <a:stretch/>
        </p:blipFill>
        <p:spPr>
          <a:xfrm>
            <a:off x="6095160" y="1473480"/>
            <a:ext cx="2120040" cy="1586520"/>
          </a:xfrm>
          <a:prstGeom prst="rect">
            <a:avLst/>
          </a:prstGeom>
          <a:noFill/>
          <a:ln w="0">
            <a:noFill/>
          </a:ln>
        </p:spPr>
      </p:pic>
      <p:sp>
        <p:nvSpPr>
          <p:cNvPr id="145" name="PlaceHolder 1"/>
          <p:cNvSpPr>
            <a:spLocks noGrp="1"/>
          </p:cNvSpPr>
          <p:nvPr>
            <p:ph type="title"/>
          </p:nvPr>
        </p:nvSpPr>
        <p:spPr>
          <a:xfrm>
            <a:off x="228960" y="325080"/>
            <a:ext cx="8784360" cy="613080"/>
          </a:xfrm>
          <a:prstGeom prst="rect">
            <a:avLst/>
          </a:prstGeom>
          <a:noFill/>
          <a:ln w="0">
            <a:noFill/>
          </a:ln>
        </p:spPr>
        <p:txBody>
          <a:bodyPr lIns="162000" tIns="90000" rIns="162000" bIns="90000" anchor="t">
            <a:spAutoFit/>
          </a:bodyPr>
          <a:p>
            <a:pPr indent="0" algn="ctr">
              <a:lnSpc>
                <a:spcPct val="100000"/>
              </a:lnSpc>
              <a:buNone/>
              <a:tabLst>
                <a:tab pos="0" algn="l"/>
              </a:tabLst>
            </a:pPr>
            <a:r>
              <a:rPr lang="es-419" sz="1400" b="0" u="none" strike="noStrike">
                <a:solidFill>
                  <a:srgbClr val="000000"/>
                </a:solidFill>
                <a:effectLst/>
                <a:uFillTx/>
                <a:latin typeface="Inter"/>
                <a:ea typeface="Inter"/>
              </a:rPr>
              <a:t>Lorem ipsum dolor sit amet, consectetur adipiscing elit. Fusce nec justo sed odio facilisis scelerisque in a eros. Morbi sit amet lobortis magna.</a:t>
            </a:r>
            <a:endParaRPr lang="es-MX" sz="1400" b="0" u="none" strike="noStrike">
              <a:solidFill>
                <a:srgbClr val="000000"/>
              </a:solidFill>
              <a:effectLst/>
              <a:uFillTx/>
              <a:latin typeface="Arial"/>
            </a:endParaRPr>
          </a:p>
        </p:txBody>
      </p:sp>
      <p:sp>
        <p:nvSpPr>
          <p:cNvPr id="146" name="PlaceHolder 2"/>
          <p:cNvSpPr>
            <a:spLocks noGrp="1"/>
          </p:cNvSpPr>
          <p:nvPr>
            <p:ph/>
          </p:nvPr>
        </p:nvSpPr>
        <p:spPr>
          <a:xfrm>
            <a:off x="180000" y="3103200"/>
            <a:ext cx="2120040" cy="711000"/>
          </a:xfrm>
          <a:prstGeom prst="rect">
            <a:avLst/>
          </a:prstGeom>
          <a:noFill/>
          <a:ln w="0">
            <a:noFill/>
          </a:ln>
        </p:spPr>
        <p:txBody>
          <a:bodyPr lIns="162000" tIns="91440" rIns="162000" bIns="91440" anchor="t">
            <a:spAutoFit/>
          </a:bodyPr>
          <a:p>
            <a:pPr indent="0" algn="ctr">
              <a:lnSpc>
                <a:spcPct val="115000"/>
              </a:lnSpc>
              <a:spcAft>
                <a:spcPts val="1001"/>
              </a:spcAft>
              <a:buNone/>
              <a:tabLst>
                <a:tab pos="0" algn="l"/>
              </a:tabLst>
            </a:pPr>
            <a:r>
              <a:rPr lang="es-419" sz="900" b="0" u="none" strike="noStrike">
                <a:solidFill>
                  <a:srgbClr val="000000"/>
                </a:solidFill>
                <a:effectLst/>
                <a:uFillTx/>
                <a:latin typeface="Inter"/>
                <a:ea typeface="Inter"/>
              </a:rPr>
              <a:t>Lorem ipsum dolor sit amet, consectetur adipiscing elit. Fusce nec justo sed odio facilisis scelerisque in a eros.</a:t>
            </a:r>
            <a:endParaRPr lang="es-MX" sz="900" b="0" u="none" strike="noStrike">
              <a:solidFill>
                <a:srgbClr val="000000"/>
              </a:solidFill>
              <a:effectLst/>
              <a:uFillTx/>
              <a:latin typeface="Arial"/>
            </a:endParaRPr>
          </a:p>
        </p:txBody>
      </p:sp>
      <p:sp>
        <p:nvSpPr>
          <p:cNvPr id="147" name="PlaceHolder 3"/>
          <p:cNvSpPr>
            <a:spLocks noGrp="1"/>
          </p:cNvSpPr>
          <p:nvPr>
            <p:ph/>
          </p:nvPr>
        </p:nvSpPr>
        <p:spPr>
          <a:xfrm>
            <a:off x="3150000" y="3103200"/>
            <a:ext cx="2120040" cy="711000"/>
          </a:xfrm>
          <a:prstGeom prst="rect">
            <a:avLst/>
          </a:prstGeom>
          <a:noFill/>
          <a:ln w="0">
            <a:noFill/>
          </a:ln>
        </p:spPr>
        <p:txBody>
          <a:bodyPr lIns="162000" tIns="91440" rIns="162000" bIns="91440" anchor="t">
            <a:spAutoFit/>
          </a:bodyPr>
          <a:p>
            <a:pPr indent="0" algn="ctr">
              <a:lnSpc>
                <a:spcPct val="115000"/>
              </a:lnSpc>
              <a:spcAft>
                <a:spcPts val="1001"/>
              </a:spcAft>
              <a:buNone/>
              <a:tabLst>
                <a:tab pos="0" algn="l"/>
              </a:tabLst>
            </a:pPr>
            <a:r>
              <a:rPr lang="es-419" sz="900" b="0" u="none" strike="noStrike">
                <a:solidFill>
                  <a:srgbClr val="000000"/>
                </a:solidFill>
                <a:effectLst/>
                <a:uFillTx/>
                <a:latin typeface="Inter"/>
                <a:ea typeface="Inter"/>
              </a:rPr>
              <a:t>Fusce nec justo sed odio facilisis scelerisque in a eros. Morbi sit amet lobortis magna. Integer euismod maximus fermentum.</a:t>
            </a:r>
            <a:endParaRPr lang="es-MX" sz="900" b="0" u="none" strike="noStrike">
              <a:solidFill>
                <a:srgbClr val="000000"/>
              </a:solidFill>
              <a:effectLst/>
              <a:uFillTx/>
              <a:latin typeface="Arial"/>
            </a:endParaRPr>
          </a:p>
        </p:txBody>
      </p:sp>
      <p:sp>
        <p:nvSpPr>
          <p:cNvPr id="148" name="PlaceHolder 4"/>
          <p:cNvSpPr>
            <a:spLocks noGrp="1"/>
          </p:cNvSpPr>
          <p:nvPr>
            <p:ph/>
          </p:nvPr>
        </p:nvSpPr>
        <p:spPr>
          <a:xfrm>
            <a:off x="6099120" y="3103200"/>
            <a:ext cx="2120040" cy="870480"/>
          </a:xfrm>
          <a:prstGeom prst="rect">
            <a:avLst/>
          </a:prstGeom>
          <a:noFill/>
          <a:ln w="0">
            <a:noFill/>
          </a:ln>
        </p:spPr>
        <p:txBody>
          <a:bodyPr lIns="162000" tIns="91440" rIns="162000" bIns="91440" anchor="t">
            <a:spAutoFit/>
          </a:bodyPr>
          <a:p>
            <a:pPr indent="0" algn="ctr">
              <a:lnSpc>
                <a:spcPct val="115000"/>
              </a:lnSpc>
              <a:spcAft>
                <a:spcPts val="1001"/>
              </a:spcAft>
              <a:buNone/>
              <a:tabLst>
                <a:tab pos="0" algn="l"/>
              </a:tabLst>
            </a:pPr>
            <a:r>
              <a:rPr lang="es-419" sz="900" b="0" u="none" strike="noStrike">
                <a:solidFill>
                  <a:srgbClr val="000000"/>
                </a:solidFill>
                <a:effectLst/>
                <a:uFillTx/>
                <a:latin typeface="Inter"/>
                <a:ea typeface="Inter"/>
              </a:rPr>
              <a:t>Lorem ipsum dolor sit amet, consectetur adipiscing elit. Fusce nec justo sed odio facilisis scelerisque in a eros. Morbi sit amet lobortis magna.</a:t>
            </a:r>
            <a:endParaRPr lang="es-MX" sz="900" b="0" u="none" strike="noStrike">
              <a:solidFill>
                <a:srgbClr val="000000"/>
              </a:solidFill>
              <a:effectLst/>
              <a:uFillTx/>
              <a:latin typeface="Arial"/>
            </a:endParaRPr>
          </a:p>
        </p:txBody>
      </p:sp>
      <p:sp>
        <p:nvSpPr>
          <p:cNvPr id="149" name="PlaceHolder 5"/>
          <p:cNvSpPr>
            <a:spLocks noGrp="1"/>
          </p:cNvSpPr>
          <p:nvPr>
            <p:ph type="sldNum" idx="17"/>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B922C89F-C365-4A18-B43B-6CC6964B6D7B}" type="slidenum">
              <a:rPr lang="es-419" sz="800" b="1" u="none" strike="noStrike">
                <a:solidFill>
                  <a:schemeClr val="dk1"/>
                </a:solidFill>
                <a:effectLst/>
                <a:uFillTx/>
                <a:latin typeface="Inter"/>
                <a:ea typeface="Inter"/>
              </a:rPr>
              <a:t>10</a:t>
            </a:fld>
            <a:endParaRPr lang="es-MX" sz="8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150" name="Google Shape;800;p61"/>
          <p:cNvSpPr/>
          <p:nvPr/>
        </p:nvSpPr>
        <p:spPr>
          <a:xfrm>
            <a:off x="0" y="0"/>
            <a:ext cx="9143640" cy="5143320"/>
          </a:xfrm>
          <a:prstGeom prst="roundRect">
            <a:avLst>
              <a:gd name="adj" fmla="val 0"/>
            </a:avLst>
          </a:prstGeom>
          <a:blipFill rotWithShape="0">
            <a:blip r:embed="rId1"/>
            <a:srcRect/>
            <a:stretch/>
          </a:blipFill>
          <a:ln w="0">
            <a:noFill/>
          </a:ln>
        </p:spPr>
        <p:style>
          <a:lnRef idx="0"/>
          <a:fillRef idx="0"/>
          <a:effectRef idx="0"/>
          <a:fontRef idx="minor"/>
        </p:style>
        <p:txBody>
          <a:bodyPr lIns="90000" tIns="45000" rIns="90000" bIns="45000" anchor="t">
            <a:noAutofit/>
          </a:bodyPr>
          <a:p>
            <a:endParaRPr lang="es-MX" sz="1800" b="0" u="none" strike="noStrike">
              <a:solidFill>
                <a:srgbClr val="000000"/>
              </a:solidFill>
              <a:effectLst/>
              <a:uFillTx/>
              <a:latin typeface="Arial"/>
            </a:endParaRPr>
          </a:p>
        </p:txBody>
      </p:sp>
      <p:sp>
        <p:nvSpPr>
          <p:cNvPr id="151" name="PlaceHolder 1"/>
          <p:cNvSpPr>
            <a:spLocks noGrp="1"/>
          </p:cNvSpPr>
          <p:nvPr>
            <p:ph type="sldNum" idx="18"/>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AE65D557-7286-4D34-A1BA-40C31CF39F08}" type="slidenum">
              <a:rPr lang="es-419" sz="800" b="1" u="none" strike="noStrike">
                <a:solidFill>
                  <a:schemeClr val="dk1"/>
                </a:solidFill>
                <a:effectLst/>
                <a:uFillTx/>
                <a:latin typeface="Inter"/>
                <a:ea typeface="Inter"/>
              </a:rPr>
              <a:t>11</a:t>
            </a:fld>
            <a:endParaRPr lang="es-MX" sz="800" b="0" u="none" strike="noStrike">
              <a:solidFill>
                <a:srgbClr val="FFFFFF"/>
              </a:solidFill>
              <a:effectLst/>
              <a:uFillTx/>
              <a:latin typeface="Times New Roman"/>
            </a:endParaRPr>
          </a:p>
        </p:txBody>
      </p:sp>
      <p:sp>
        <p:nvSpPr>
          <p:cNvPr id="152" name="Google Shape;802;p61"/>
          <p:cNvSpPr/>
          <p:nvPr/>
        </p:nvSpPr>
        <p:spPr>
          <a:xfrm>
            <a:off x="241920" y="1669320"/>
            <a:ext cx="4116600" cy="1579320"/>
          </a:xfrm>
          <a:prstGeom prst="roundRect">
            <a:avLst>
              <a:gd name="adj" fmla="val 5277"/>
            </a:avLst>
          </a:prstGeom>
          <a:solidFill>
            <a:srgbClr val="FFFFFF"/>
          </a:soli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153" name="PlaceHolder 2"/>
          <p:cNvSpPr>
            <a:spLocks noGrp="1"/>
          </p:cNvSpPr>
          <p:nvPr>
            <p:ph type="title"/>
          </p:nvPr>
        </p:nvSpPr>
        <p:spPr>
          <a:xfrm>
            <a:off x="319680" y="1670760"/>
            <a:ext cx="3960720" cy="1579320"/>
          </a:xfrm>
          <a:prstGeom prst="rect">
            <a:avLst/>
          </a:prstGeom>
          <a:noFill/>
          <a:ln w="0">
            <a:noFill/>
          </a:ln>
        </p:spPr>
        <p:txBody>
          <a:bodyPr lIns="91440" tIns="91440" rIns="91440" bIns="91440" anchor="ctr">
            <a:noAutofit/>
          </a:bodyPr>
          <a:p>
            <a:pPr indent="0" algn="l">
              <a:lnSpc>
                <a:spcPct val="100000"/>
              </a:lnSpc>
              <a:buNone/>
              <a:tabLst>
                <a:tab pos="0" algn="l"/>
              </a:tabLst>
            </a:pPr>
            <a:r>
              <a:rPr lang="es-419" sz="2000" b="0" u="none" strike="noStrike">
                <a:solidFill>
                  <a:srgbClr val="000000"/>
                </a:solidFill>
                <a:effectLst/>
                <a:uFillTx/>
                <a:latin typeface="Inter"/>
                <a:ea typeface="Inter"/>
              </a:rPr>
              <a:t>Lorem ipsum dolor sit amet</a:t>
            </a:r>
            <a:endParaRPr lang="es-MX" sz="2000" b="0" u="none" strike="noStrike">
              <a:solidFill>
                <a:srgbClr val="000000"/>
              </a:solidFill>
              <a:effectLst/>
              <a:uFillTx/>
              <a:latin typeface="Arial"/>
            </a:endParaRPr>
          </a:p>
          <a:p>
            <a:pPr indent="0" algn="l">
              <a:lnSpc>
                <a:spcPct val="100000"/>
              </a:lnSpc>
              <a:buNone/>
              <a:tabLst>
                <a:tab pos="0" algn="l"/>
              </a:tabLst>
            </a:pPr>
            <a:endParaRPr lang="es-MX" sz="800" b="0" u="none" strike="noStrike">
              <a:solidFill>
                <a:srgbClr val="000000"/>
              </a:solidFill>
              <a:effectLst/>
              <a:uFillTx/>
              <a:latin typeface="Arial"/>
            </a:endParaRPr>
          </a:p>
          <a:p>
            <a:pPr indent="0" algn="l">
              <a:lnSpc>
                <a:spcPct val="100000"/>
              </a:lnSpc>
              <a:buNone/>
              <a:tabLst>
                <a:tab pos="0" algn="l"/>
              </a:tabLst>
            </a:pPr>
            <a:r>
              <a:rPr lang="es-419" sz="800" b="0" u="none" strike="noStrike">
                <a:solidFill>
                  <a:srgbClr val="000000"/>
                </a:solidFill>
                <a:effectLst/>
                <a:uFillTx/>
                <a:latin typeface="Inter"/>
                <a:ea typeface="Inter"/>
              </a:rPr>
              <a:t>Consectetur adipiscing elit, sed do eiusmod tempor incididunt ut labore et dolore magna aliqua. </a:t>
            </a:r>
            <a:endParaRPr lang="es-MX"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4" name="Google Shape;808;p62"/>
          <p:cNvPicPr/>
          <p:nvPr/>
        </p:nvPicPr>
        <p:blipFill>
          <a:blip r:embed="rId1"/>
          <a:stretch/>
        </p:blipFill>
        <p:spPr>
          <a:xfrm flipH="1">
            <a:off x="360" y="0"/>
            <a:ext cx="9143640" cy="2667600"/>
          </a:xfrm>
          <a:prstGeom prst="rect">
            <a:avLst/>
          </a:prstGeom>
          <a:noFill/>
          <a:ln w="0">
            <a:noFill/>
          </a:ln>
        </p:spPr>
      </p:pic>
      <p:sp>
        <p:nvSpPr>
          <p:cNvPr id="155" name="Google Shape;809;p62"/>
          <p:cNvSpPr/>
          <p:nvPr/>
        </p:nvSpPr>
        <p:spPr>
          <a:xfrm>
            <a:off x="2166120" y="3985560"/>
            <a:ext cx="177480" cy="144720"/>
          </a:xfrm>
          <a:prstGeom prst="rightArrow">
            <a:avLst>
              <a:gd name="adj1" fmla="val 50000"/>
              <a:gd name="adj2" fmla="val 50000"/>
            </a:avLst>
          </a:prstGeom>
          <a:solidFill>
            <a:schemeClr val="dk1"/>
          </a:solidFill>
          <a:ln w="0">
            <a:noFill/>
          </a:ln>
        </p:spPr>
        <p:style>
          <a:lnRef idx="0"/>
          <a:fillRef idx="0"/>
          <a:effectRef idx="0"/>
          <a:fontRef idx="minor"/>
        </p:style>
        <p:txBody>
          <a:bodyPr lIns="68400" tIns="34200" rIns="68400" bIns="34200" anchor="ctr">
            <a:noAutofit/>
          </a:bodyPr>
          <a:p>
            <a:endParaRPr lang="es-MX" sz="1400" b="0" u="none" strike="noStrike">
              <a:solidFill>
                <a:srgbClr val="FFFFFF"/>
              </a:solidFill>
              <a:effectLst/>
              <a:uFillTx/>
              <a:latin typeface="Arial"/>
            </a:endParaRPr>
          </a:p>
        </p:txBody>
      </p:sp>
      <p:sp>
        <p:nvSpPr>
          <p:cNvPr id="156" name="PlaceHolder 1"/>
          <p:cNvSpPr>
            <a:spLocks noGrp="1"/>
          </p:cNvSpPr>
          <p:nvPr>
            <p:ph type="sldNum" idx="19"/>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8ED3E117-8AFD-41E9-9E3A-BCA825F39D0A}" type="slidenum">
              <a:rPr lang="es-419" sz="800" b="1" u="none" strike="noStrike">
                <a:solidFill>
                  <a:schemeClr val="dk1"/>
                </a:solidFill>
                <a:effectLst/>
                <a:uFillTx/>
                <a:latin typeface="Inter"/>
                <a:ea typeface="Inter"/>
              </a:rPr>
              <a:t>12</a:t>
            </a:fld>
            <a:endParaRPr lang="es-MX" sz="800" b="0" u="none" strike="noStrike">
              <a:solidFill>
                <a:srgbClr val="000000"/>
              </a:solidFill>
              <a:effectLst/>
              <a:uFillTx/>
              <a:latin typeface="Times New Roman"/>
            </a:endParaRPr>
          </a:p>
        </p:txBody>
      </p:sp>
      <p:sp>
        <p:nvSpPr>
          <p:cNvPr id="157" name="Google Shape;811;p62"/>
          <p:cNvSpPr/>
          <p:nvPr/>
        </p:nvSpPr>
        <p:spPr>
          <a:xfrm>
            <a:off x="110520" y="923040"/>
            <a:ext cx="1680840" cy="2310120"/>
          </a:xfrm>
          <a:prstGeom prst="roundRect">
            <a:avLst>
              <a:gd name="adj" fmla="val 5277"/>
            </a:avLst>
          </a:prstGeom>
          <a:solidFill>
            <a:srgbClr val="FFFFFF"/>
          </a:solidFill>
          <a:ln w="0">
            <a:noFill/>
          </a:ln>
          <a:effectLst>
            <a:outerShdw algn="bl" blurRad="57240" dir="5400000" dist="19080" rotWithShape="0">
              <a:srgbClr val="000000">
                <a:alpha val="10000"/>
              </a:srgbClr>
            </a:outerShdw>
          </a:effectLst>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pic>
        <p:nvPicPr>
          <p:cNvPr id="158" name="Google Shape;812;p62"/>
          <p:cNvPicPr/>
          <p:nvPr/>
        </p:nvPicPr>
        <p:blipFill>
          <a:blip r:embed="rId2"/>
          <a:stretch/>
        </p:blipFill>
        <p:spPr>
          <a:xfrm>
            <a:off x="290880" y="984960"/>
            <a:ext cx="534240" cy="532800"/>
          </a:xfrm>
          <a:prstGeom prst="rect">
            <a:avLst/>
          </a:prstGeom>
          <a:noFill/>
          <a:ln w="0">
            <a:noFill/>
          </a:ln>
        </p:spPr>
      </p:pic>
      <p:sp>
        <p:nvSpPr>
          <p:cNvPr id="159" name="Google Shape;813;p62"/>
          <p:cNvSpPr/>
          <p:nvPr/>
        </p:nvSpPr>
        <p:spPr>
          <a:xfrm>
            <a:off x="189000" y="1594800"/>
            <a:ext cx="1523520" cy="1308960"/>
          </a:xfrm>
          <a:prstGeom prst="rect">
            <a:avLst/>
          </a:prstGeom>
          <a:noFill/>
          <a:ln w="0">
            <a:noFill/>
          </a:ln>
        </p:spPr>
        <p:style>
          <a:lnRef idx="0"/>
          <a:fillRef idx="0"/>
          <a:effectRef idx="0"/>
          <a:fontRef idx="minor"/>
        </p:style>
        <p:txBody>
          <a:bodyPr anchor="t">
            <a:spAutoFit/>
          </a:bodyPr>
          <a:p>
            <a:pPr>
              <a:lnSpc>
                <a:spcPct val="115000"/>
              </a:lnSpc>
              <a:tabLst>
                <a:tab pos="0" algn="l"/>
              </a:tabLst>
            </a:pPr>
            <a:r>
              <a:rPr lang="es-419" sz="900" b="1" u="none" strike="noStrike">
                <a:solidFill>
                  <a:schemeClr val="dk1"/>
                </a:solidFill>
                <a:effectLst/>
                <a:uFillTx/>
                <a:latin typeface="Inter"/>
                <a:ea typeface="Inter"/>
              </a:rPr>
              <a:t>¿Lorem ipsum dolor sit amet?</a:t>
            </a:r>
            <a:endParaRPr lang="es-MX" sz="900" b="0" u="none" strike="noStrike">
              <a:solidFill>
                <a:srgbClr val="000000"/>
              </a:solidFill>
              <a:effectLst/>
              <a:uFillTx/>
              <a:latin typeface="Arial"/>
            </a:endParaRPr>
          </a:p>
          <a:p>
            <a:pPr>
              <a:lnSpc>
                <a:spcPct val="115000"/>
              </a:lnSpc>
              <a:tabLst>
                <a:tab pos="0" algn="l"/>
              </a:tabLst>
            </a:pPr>
            <a:endParaRPr lang="es-MX" sz="900" b="0" u="none" strike="noStrike">
              <a:solidFill>
                <a:srgbClr val="000000"/>
              </a:solidFill>
              <a:effectLst/>
              <a:uFillTx/>
              <a:latin typeface="Arial"/>
            </a:endParaRPr>
          </a:p>
          <a:p>
            <a:pPr marL="457200" indent="-279360">
              <a:lnSpc>
                <a:spcPct val="100000"/>
              </a:lnSpc>
              <a:buClr>
                <a:srgbClr val="000000"/>
              </a:buClr>
              <a:buFont typeface="Inter"/>
              <a:buChar char="➔"/>
              <a:tabLst>
                <a:tab pos="0" algn="l"/>
              </a:tabLst>
            </a:pPr>
            <a:r>
              <a:rPr lang="es-419" sz="800" b="0" u="none" strike="noStrike">
                <a:solidFill>
                  <a:srgbClr val="000000"/>
                </a:solidFill>
                <a:effectLst/>
                <a:uFillTx/>
                <a:latin typeface="Inter"/>
                <a:ea typeface="Inter"/>
              </a:rPr>
              <a:t>Consectetur adipiscing elit</a:t>
            </a:r>
            <a:endParaRPr lang="es-MX" sz="800" b="0" u="none" strike="noStrike">
              <a:solidFill>
                <a:srgbClr val="000000"/>
              </a:solidFill>
              <a:effectLst/>
              <a:uFillTx/>
              <a:latin typeface="Arial"/>
            </a:endParaRPr>
          </a:p>
          <a:p>
            <a:pPr marL="457200" indent="-279360">
              <a:lnSpc>
                <a:spcPct val="100000"/>
              </a:lnSpc>
              <a:buClr>
                <a:srgbClr val="000000"/>
              </a:buClr>
              <a:buFont typeface="Inter"/>
              <a:buChar char="➔"/>
              <a:tabLst>
                <a:tab pos="0" algn="l"/>
              </a:tabLst>
            </a:pPr>
            <a:r>
              <a:rPr lang="es-419" sz="800" b="0" u="none" strike="noStrike">
                <a:solidFill>
                  <a:srgbClr val="000000"/>
                </a:solidFill>
                <a:effectLst/>
                <a:uFillTx/>
                <a:latin typeface="Inter"/>
                <a:ea typeface="Inter"/>
              </a:rPr>
              <a:t>Consectetur adipiscing elit</a:t>
            </a:r>
            <a:endParaRPr lang="es-MX" sz="800" b="0" u="none" strike="noStrike">
              <a:solidFill>
                <a:srgbClr val="000000"/>
              </a:solidFill>
              <a:effectLst/>
              <a:uFillTx/>
              <a:latin typeface="Arial"/>
            </a:endParaRPr>
          </a:p>
          <a:p>
            <a:pPr marL="457200" indent="-279360">
              <a:lnSpc>
                <a:spcPct val="100000"/>
              </a:lnSpc>
              <a:buClr>
                <a:srgbClr val="000000"/>
              </a:buClr>
              <a:buFont typeface="Inter"/>
              <a:buChar char="➔"/>
              <a:tabLst>
                <a:tab pos="0" algn="l"/>
              </a:tabLst>
            </a:pPr>
            <a:r>
              <a:rPr lang="es-419" sz="800" b="0" u="none" strike="noStrike">
                <a:solidFill>
                  <a:srgbClr val="000000"/>
                </a:solidFill>
                <a:effectLst/>
                <a:uFillTx/>
                <a:latin typeface="Inter"/>
                <a:ea typeface="Inter"/>
              </a:rPr>
              <a:t>Consectetur adipiscing elit</a:t>
            </a:r>
            <a:endParaRPr lang="es-MX" sz="800" b="0" u="none" strike="noStrike">
              <a:solidFill>
                <a:srgbClr val="000000"/>
              </a:solidFill>
              <a:effectLst/>
              <a:uFillTx/>
              <a:latin typeface="Arial"/>
            </a:endParaRPr>
          </a:p>
        </p:txBody>
      </p:sp>
      <p:sp>
        <p:nvSpPr>
          <p:cNvPr id="160" name="Google Shape;814;p62"/>
          <p:cNvSpPr/>
          <p:nvPr/>
        </p:nvSpPr>
        <p:spPr>
          <a:xfrm>
            <a:off x="1915560" y="943560"/>
            <a:ext cx="1680840" cy="2310120"/>
          </a:xfrm>
          <a:prstGeom prst="roundRect">
            <a:avLst>
              <a:gd name="adj" fmla="val 5277"/>
            </a:avLst>
          </a:prstGeom>
          <a:solidFill>
            <a:srgbClr val="FFFFFF"/>
          </a:solidFill>
          <a:ln w="0">
            <a:noFill/>
          </a:ln>
          <a:effectLst>
            <a:outerShdw algn="bl" blurRad="57240" dir="5400000" dist="19080" rotWithShape="0">
              <a:srgbClr val="000000">
                <a:alpha val="10000"/>
              </a:srgbClr>
            </a:outerShdw>
          </a:effectLst>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161" name="Google Shape;815;p62"/>
          <p:cNvSpPr/>
          <p:nvPr/>
        </p:nvSpPr>
        <p:spPr>
          <a:xfrm>
            <a:off x="1994040" y="1615320"/>
            <a:ext cx="1523520" cy="1308960"/>
          </a:xfrm>
          <a:prstGeom prst="rect">
            <a:avLst/>
          </a:prstGeom>
          <a:noFill/>
          <a:ln w="0">
            <a:noFill/>
          </a:ln>
        </p:spPr>
        <p:style>
          <a:lnRef idx="0"/>
          <a:fillRef idx="0"/>
          <a:effectRef idx="0"/>
          <a:fontRef idx="minor"/>
        </p:style>
        <p:txBody>
          <a:bodyPr anchor="t">
            <a:spAutoFit/>
          </a:bodyPr>
          <a:p>
            <a:pPr>
              <a:lnSpc>
                <a:spcPct val="115000"/>
              </a:lnSpc>
              <a:tabLst>
                <a:tab pos="0" algn="l"/>
              </a:tabLst>
            </a:pPr>
            <a:r>
              <a:rPr lang="es-419" sz="900" b="1" u="none" strike="noStrike">
                <a:solidFill>
                  <a:schemeClr val="dk1"/>
                </a:solidFill>
                <a:effectLst/>
                <a:uFillTx/>
                <a:latin typeface="Inter"/>
                <a:ea typeface="Inter"/>
              </a:rPr>
              <a:t>¿Lorem ipsum dolor sit amet?</a:t>
            </a:r>
            <a:endParaRPr lang="es-MX" sz="900" b="0" u="none" strike="noStrike">
              <a:solidFill>
                <a:srgbClr val="000000"/>
              </a:solidFill>
              <a:effectLst/>
              <a:uFillTx/>
              <a:latin typeface="Arial"/>
            </a:endParaRPr>
          </a:p>
          <a:p>
            <a:pPr>
              <a:lnSpc>
                <a:spcPct val="115000"/>
              </a:lnSpc>
              <a:tabLst>
                <a:tab pos="0" algn="l"/>
              </a:tabLst>
            </a:pPr>
            <a:endParaRPr lang="es-MX" sz="900" b="0" u="none" strike="noStrike">
              <a:solidFill>
                <a:srgbClr val="000000"/>
              </a:solidFill>
              <a:effectLst/>
              <a:uFillTx/>
              <a:latin typeface="Arial"/>
            </a:endParaRPr>
          </a:p>
          <a:p>
            <a:pPr marL="457200" indent="-279360">
              <a:lnSpc>
                <a:spcPct val="100000"/>
              </a:lnSpc>
              <a:buClr>
                <a:srgbClr val="000000"/>
              </a:buClr>
              <a:buFont typeface="Inter"/>
              <a:buChar char="➔"/>
              <a:tabLst>
                <a:tab pos="0" algn="l"/>
              </a:tabLst>
            </a:pPr>
            <a:r>
              <a:rPr lang="es-419" sz="800" b="0" u="none" strike="noStrike">
                <a:solidFill>
                  <a:srgbClr val="000000"/>
                </a:solidFill>
                <a:effectLst/>
                <a:uFillTx/>
                <a:latin typeface="Inter"/>
                <a:ea typeface="Inter"/>
              </a:rPr>
              <a:t>Consectetur adipiscing elit</a:t>
            </a:r>
            <a:endParaRPr lang="es-MX" sz="800" b="0" u="none" strike="noStrike">
              <a:solidFill>
                <a:srgbClr val="000000"/>
              </a:solidFill>
              <a:effectLst/>
              <a:uFillTx/>
              <a:latin typeface="Arial"/>
            </a:endParaRPr>
          </a:p>
          <a:p>
            <a:pPr marL="457200" indent="-279360">
              <a:lnSpc>
                <a:spcPct val="100000"/>
              </a:lnSpc>
              <a:buClr>
                <a:srgbClr val="000000"/>
              </a:buClr>
              <a:buFont typeface="Inter"/>
              <a:buChar char="➔"/>
              <a:tabLst>
                <a:tab pos="0" algn="l"/>
              </a:tabLst>
            </a:pPr>
            <a:r>
              <a:rPr lang="es-419" sz="800" b="0" u="none" strike="noStrike">
                <a:solidFill>
                  <a:srgbClr val="000000"/>
                </a:solidFill>
                <a:effectLst/>
                <a:uFillTx/>
                <a:latin typeface="Inter"/>
                <a:ea typeface="Inter"/>
              </a:rPr>
              <a:t>Consectetur adipiscing elit</a:t>
            </a:r>
            <a:endParaRPr lang="es-MX" sz="800" b="0" u="none" strike="noStrike">
              <a:solidFill>
                <a:srgbClr val="000000"/>
              </a:solidFill>
              <a:effectLst/>
              <a:uFillTx/>
              <a:latin typeface="Arial"/>
            </a:endParaRPr>
          </a:p>
          <a:p>
            <a:pPr marL="457200" indent="-279360">
              <a:lnSpc>
                <a:spcPct val="100000"/>
              </a:lnSpc>
              <a:buClr>
                <a:srgbClr val="000000"/>
              </a:buClr>
              <a:buFont typeface="Inter"/>
              <a:buChar char="➔"/>
              <a:tabLst>
                <a:tab pos="0" algn="l"/>
              </a:tabLst>
            </a:pPr>
            <a:r>
              <a:rPr lang="es-419" sz="800" b="0" u="none" strike="noStrike">
                <a:solidFill>
                  <a:srgbClr val="000000"/>
                </a:solidFill>
                <a:effectLst/>
                <a:uFillTx/>
                <a:latin typeface="Inter"/>
                <a:ea typeface="Inter"/>
              </a:rPr>
              <a:t>Consectetur adipiscing elit</a:t>
            </a:r>
            <a:endParaRPr lang="es-MX" sz="800" b="0" u="none" strike="noStrike">
              <a:solidFill>
                <a:srgbClr val="000000"/>
              </a:solidFill>
              <a:effectLst/>
              <a:uFillTx/>
              <a:latin typeface="Arial"/>
            </a:endParaRPr>
          </a:p>
        </p:txBody>
      </p:sp>
      <p:sp>
        <p:nvSpPr>
          <p:cNvPr id="162" name="Google Shape;816;p62"/>
          <p:cNvSpPr/>
          <p:nvPr/>
        </p:nvSpPr>
        <p:spPr>
          <a:xfrm>
            <a:off x="3720600" y="950400"/>
            <a:ext cx="1680840" cy="2310120"/>
          </a:xfrm>
          <a:prstGeom prst="roundRect">
            <a:avLst>
              <a:gd name="adj" fmla="val 5277"/>
            </a:avLst>
          </a:prstGeom>
          <a:solidFill>
            <a:srgbClr val="FFFFFF"/>
          </a:solidFill>
          <a:ln w="0">
            <a:noFill/>
          </a:ln>
          <a:effectLst>
            <a:outerShdw algn="bl" blurRad="57240" dir="5400000" dist="19080" rotWithShape="0">
              <a:srgbClr val="000000">
                <a:alpha val="10000"/>
              </a:srgbClr>
            </a:outerShdw>
          </a:effectLst>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163" name="Google Shape;817;p62"/>
          <p:cNvSpPr/>
          <p:nvPr/>
        </p:nvSpPr>
        <p:spPr>
          <a:xfrm>
            <a:off x="3799080" y="1622160"/>
            <a:ext cx="1523520" cy="1308960"/>
          </a:xfrm>
          <a:prstGeom prst="rect">
            <a:avLst/>
          </a:prstGeom>
          <a:noFill/>
          <a:ln w="0">
            <a:noFill/>
          </a:ln>
        </p:spPr>
        <p:style>
          <a:lnRef idx="0"/>
          <a:fillRef idx="0"/>
          <a:effectRef idx="0"/>
          <a:fontRef idx="minor"/>
        </p:style>
        <p:txBody>
          <a:bodyPr anchor="t">
            <a:spAutoFit/>
          </a:bodyPr>
          <a:p>
            <a:pPr>
              <a:lnSpc>
                <a:spcPct val="115000"/>
              </a:lnSpc>
              <a:tabLst>
                <a:tab pos="0" algn="l"/>
              </a:tabLst>
            </a:pPr>
            <a:r>
              <a:rPr lang="es-419" sz="900" b="1" u="none" strike="noStrike">
                <a:solidFill>
                  <a:schemeClr val="dk1"/>
                </a:solidFill>
                <a:effectLst/>
                <a:uFillTx/>
                <a:latin typeface="Inter"/>
                <a:ea typeface="Inter"/>
              </a:rPr>
              <a:t>¿Lorem ipsum dolor sit amet?</a:t>
            </a:r>
            <a:endParaRPr lang="es-MX" sz="900" b="0" u="none" strike="noStrike">
              <a:solidFill>
                <a:srgbClr val="000000"/>
              </a:solidFill>
              <a:effectLst/>
              <a:uFillTx/>
              <a:latin typeface="Arial"/>
            </a:endParaRPr>
          </a:p>
          <a:p>
            <a:pPr>
              <a:lnSpc>
                <a:spcPct val="115000"/>
              </a:lnSpc>
              <a:tabLst>
                <a:tab pos="0" algn="l"/>
              </a:tabLst>
            </a:pPr>
            <a:endParaRPr lang="es-MX" sz="900" b="0" u="none" strike="noStrike">
              <a:solidFill>
                <a:srgbClr val="000000"/>
              </a:solidFill>
              <a:effectLst/>
              <a:uFillTx/>
              <a:latin typeface="Arial"/>
            </a:endParaRPr>
          </a:p>
          <a:p>
            <a:pPr marL="457200" indent="-279360">
              <a:lnSpc>
                <a:spcPct val="100000"/>
              </a:lnSpc>
              <a:buClr>
                <a:srgbClr val="000000"/>
              </a:buClr>
              <a:buFont typeface="Inter"/>
              <a:buChar char="➔"/>
              <a:tabLst>
                <a:tab pos="0" algn="l"/>
              </a:tabLst>
            </a:pPr>
            <a:r>
              <a:rPr lang="es-419" sz="800" b="0" u="none" strike="noStrike">
                <a:solidFill>
                  <a:srgbClr val="000000"/>
                </a:solidFill>
                <a:effectLst/>
                <a:uFillTx/>
                <a:latin typeface="Inter"/>
                <a:ea typeface="Inter"/>
              </a:rPr>
              <a:t>Consectetur adipiscing elit</a:t>
            </a:r>
            <a:endParaRPr lang="es-MX" sz="800" b="0" u="none" strike="noStrike">
              <a:solidFill>
                <a:srgbClr val="000000"/>
              </a:solidFill>
              <a:effectLst/>
              <a:uFillTx/>
              <a:latin typeface="Arial"/>
            </a:endParaRPr>
          </a:p>
          <a:p>
            <a:pPr marL="457200" indent="-279360">
              <a:lnSpc>
                <a:spcPct val="100000"/>
              </a:lnSpc>
              <a:buClr>
                <a:srgbClr val="000000"/>
              </a:buClr>
              <a:buFont typeface="Inter"/>
              <a:buChar char="➔"/>
              <a:tabLst>
                <a:tab pos="0" algn="l"/>
              </a:tabLst>
            </a:pPr>
            <a:r>
              <a:rPr lang="es-419" sz="800" b="0" u="none" strike="noStrike">
                <a:solidFill>
                  <a:srgbClr val="000000"/>
                </a:solidFill>
                <a:effectLst/>
                <a:uFillTx/>
                <a:latin typeface="Inter"/>
                <a:ea typeface="Inter"/>
              </a:rPr>
              <a:t>Consectetur adipiscing elit</a:t>
            </a:r>
            <a:endParaRPr lang="es-MX" sz="800" b="0" u="none" strike="noStrike">
              <a:solidFill>
                <a:srgbClr val="000000"/>
              </a:solidFill>
              <a:effectLst/>
              <a:uFillTx/>
              <a:latin typeface="Arial"/>
            </a:endParaRPr>
          </a:p>
          <a:p>
            <a:pPr marL="457200" indent="-279360">
              <a:lnSpc>
                <a:spcPct val="100000"/>
              </a:lnSpc>
              <a:buClr>
                <a:srgbClr val="000000"/>
              </a:buClr>
              <a:buFont typeface="Inter"/>
              <a:buChar char="➔"/>
              <a:tabLst>
                <a:tab pos="0" algn="l"/>
              </a:tabLst>
            </a:pPr>
            <a:r>
              <a:rPr lang="es-419" sz="800" b="0" u="none" strike="noStrike">
                <a:solidFill>
                  <a:srgbClr val="000000"/>
                </a:solidFill>
                <a:effectLst/>
                <a:uFillTx/>
                <a:latin typeface="Inter"/>
                <a:ea typeface="Inter"/>
              </a:rPr>
              <a:t>Consectetur adipiscing elit</a:t>
            </a:r>
            <a:endParaRPr lang="es-MX" sz="800" b="0" u="none" strike="noStrike">
              <a:solidFill>
                <a:srgbClr val="000000"/>
              </a:solidFill>
              <a:effectLst/>
              <a:uFillTx/>
              <a:latin typeface="Arial"/>
            </a:endParaRPr>
          </a:p>
        </p:txBody>
      </p:sp>
      <p:sp>
        <p:nvSpPr>
          <p:cNvPr id="164" name="Google Shape;818;p62"/>
          <p:cNvSpPr/>
          <p:nvPr/>
        </p:nvSpPr>
        <p:spPr>
          <a:xfrm>
            <a:off x="5525280" y="953640"/>
            <a:ext cx="1680840" cy="2310120"/>
          </a:xfrm>
          <a:prstGeom prst="roundRect">
            <a:avLst>
              <a:gd name="adj" fmla="val 5277"/>
            </a:avLst>
          </a:prstGeom>
          <a:solidFill>
            <a:srgbClr val="FFFFFF"/>
          </a:solidFill>
          <a:ln w="0">
            <a:noFill/>
          </a:ln>
          <a:effectLst>
            <a:outerShdw algn="bl" blurRad="57240" dir="5400000" dist="19080" rotWithShape="0">
              <a:srgbClr val="000000">
                <a:alpha val="10000"/>
              </a:srgbClr>
            </a:outerShdw>
          </a:effectLst>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165" name="Google Shape;819;p62"/>
          <p:cNvSpPr/>
          <p:nvPr/>
        </p:nvSpPr>
        <p:spPr>
          <a:xfrm>
            <a:off x="5604120" y="1625400"/>
            <a:ext cx="1523520" cy="1308960"/>
          </a:xfrm>
          <a:prstGeom prst="rect">
            <a:avLst/>
          </a:prstGeom>
          <a:noFill/>
          <a:ln w="0">
            <a:noFill/>
          </a:ln>
        </p:spPr>
        <p:style>
          <a:lnRef idx="0"/>
          <a:fillRef idx="0"/>
          <a:effectRef idx="0"/>
          <a:fontRef idx="minor"/>
        </p:style>
        <p:txBody>
          <a:bodyPr anchor="t">
            <a:spAutoFit/>
          </a:bodyPr>
          <a:p>
            <a:pPr>
              <a:lnSpc>
                <a:spcPct val="115000"/>
              </a:lnSpc>
              <a:tabLst>
                <a:tab pos="0" algn="l"/>
              </a:tabLst>
            </a:pPr>
            <a:r>
              <a:rPr lang="es-419" sz="900" b="1" u="none" strike="noStrike">
                <a:solidFill>
                  <a:schemeClr val="dk1"/>
                </a:solidFill>
                <a:effectLst/>
                <a:uFillTx/>
                <a:latin typeface="Inter"/>
                <a:ea typeface="Inter"/>
              </a:rPr>
              <a:t>¿Lorem ipsum dolor sit amet?</a:t>
            </a:r>
            <a:endParaRPr lang="es-MX" sz="900" b="0" u="none" strike="noStrike">
              <a:solidFill>
                <a:srgbClr val="000000"/>
              </a:solidFill>
              <a:effectLst/>
              <a:uFillTx/>
              <a:latin typeface="Arial"/>
            </a:endParaRPr>
          </a:p>
          <a:p>
            <a:pPr>
              <a:lnSpc>
                <a:spcPct val="115000"/>
              </a:lnSpc>
              <a:tabLst>
                <a:tab pos="0" algn="l"/>
              </a:tabLst>
            </a:pPr>
            <a:endParaRPr lang="es-MX" sz="900" b="0" u="none" strike="noStrike">
              <a:solidFill>
                <a:srgbClr val="000000"/>
              </a:solidFill>
              <a:effectLst/>
              <a:uFillTx/>
              <a:latin typeface="Arial"/>
            </a:endParaRPr>
          </a:p>
          <a:p>
            <a:pPr marL="457200" indent="-279360">
              <a:lnSpc>
                <a:spcPct val="100000"/>
              </a:lnSpc>
              <a:buClr>
                <a:srgbClr val="000000"/>
              </a:buClr>
              <a:buFont typeface="Inter"/>
              <a:buChar char="➔"/>
              <a:tabLst>
                <a:tab pos="0" algn="l"/>
              </a:tabLst>
            </a:pPr>
            <a:r>
              <a:rPr lang="es-419" sz="800" b="0" u="none" strike="noStrike">
                <a:solidFill>
                  <a:srgbClr val="000000"/>
                </a:solidFill>
                <a:effectLst/>
                <a:uFillTx/>
                <a:latin typeface="Inter"/>
                <a:ea typeface="Inter"/>
              </a:rPr>
              <a:t>Consectetur adipiscing elit</a:t>
            </a:r>
            <a:endParaRPr lang="es-MX" sz="800" b="0" u="none" strike="noStrike">
              <a:solidFill>
                <a:srgbClr val="000000"/>
              </a:solidFill>
              <a:effectLst/>
              <a:uFillTx/>
              <a:latin typeface="Arial"/>
            </a:endParaRPr>
          </a:p>
          <a:p>
            <a:pPr marL="457200" indent="-279360">
              <a:lnSpc>
                <a:spcPct val="100000"/>
              </a:lnSpc>
              <a:buClr>
                <a:srgbClr val="000000"/>
              </a:buClr>
              <a:buFont typeface="Inter"/>
              <a:buChar char="➔"/>
              <a:tabLst>
                <a:tab pos="0" algn="l"/>
              </a:tabLst>
            </a:pPr>
            <a:r>
              <a:rPr lang="es-419" sz="800" b="0" u="none" strike="noStrike">
                <a:solidFill>
                  <a:srgbClr val="000000"/>
                </a:solidFill>
                <a:effectLst/>
                <a:uFillTx/>
                <a:latin typeface="Inter"/>
                <a:ea typeface="Inter"/>
              </a:rPr>
              <a:t>Consectetur adipiscing elit</a:t>
            </a:r>
            <a:endParaRPr lang="es-MX" sz="800" b="0" u="none" strike="noStrike">
              <a:solidFill>
                <a:srgbClr val="000000"/>
              </a:solidFill>
              <a:effectLst/>
              <a:uFillTx/>
              <a:latin typeface="Arial"/>
            </a:endParaRPr>
          </a:p>
          <a:p>
            <a:pPr marL="457200" indent="-279360">
              <a:lnSpc>
                <a:spcPct val="100000"/>
              </a:lnSpc>
              <a:buClr>
                <a:srgbClr val="000000"/>
              </a:buClr>
              <a:buFont typeface="Inter"/>
              <a:buChar char="➔"/>
              <a:tabLst>
                <a:tab pos="0" algn="l"/>
              </a:tabLst>
            </a:pPr>
            <a:r>
              <a:rPr lang="es-419" sz="800" b="0" u="none" strike="noStrike">
                <a:solidFill>
                  <a:srgbClr val="000000"/>
                </a:solidFill>
                <a:effectLst/>
                <a:uFillTx/>
                <a:latin typeface="Inter"/>
                <a:ea typeface="Inter"/>
              </a:rPr>
              <a:t>Consectetur adipiscing elit</a:t>
            </a:r>
            <a:endParaRPr lang="es-MX" sz="800" b="0" u="none" strike="noStrike">
              <a:solidFill>
                <a:srgbClr val="000000"/>
              </a:solidFill>
              <a:effectLst/>
              <a:uFillTx/>
              <a:latin typeface="Arial"/>
            </a:endParaRPr>
          </a:p>
        </p:txBody>
      </p:sp>
      <p:sp>
        <p:nvSpPr>
          <p:cNvPr id="166" name="Google Shape;820;p62"/>
          <p:cNvSpPr/>
          <p:nvPr/>
        </p:nvSpPr>
        <p:spPr>
          <a:xfrm>
            <a:off x="7330320" y="953640"/>
            <a:ext cx="1680840" cy="2310120"/>
          </a:xfrm>
          <a:prstGeom prst="roundRect">
            <a:avLst>
              <a:gd name="adj" fmla="val 5277"/>
            </a:avLst>
          </a:prstGeom>
          <a:solidFill>
            <a:srgbClr val="FFFFFF"/>
          </a:solidFill>
          <a:ln w="0">
            <a:noFill/>
          </a:ln>
          <a:effectLst>
            <a:outerShdw algn="bl" blurRad="57240" dir="5400000" dist="19080" rotWithShape="0">
              <a:srgbClr val="000000">
                <a:alpha val="10000"/>
              </a:srgbClr>
            </a:outerShdw>
          </a:effectLst>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167" name="Google Shape;821;p62"/>
          <p:cNvSpPr/>
          <p:nvPr/>
        </p:nvSpPr>
        <p:spPr>
          <a:xfrm>
            <a:off x="7408800" y="1625400"/>
            <a:ext cx="1523520" cy="1308960"/>
          </a:xfrm>
          <a:prstGeom prst="rect">
            <a:avLst/>
          </a:prstGeom>
          <a:noFill/>
          <a:ln w="0">
            <a:noFill/>
          </a:ln>
        </p:spPr>
        <p:style>
          <a:lnRef idx="0"/>
          <a:fillRef idx="0"/>
          <a:effectRef idx="0"/>
          <a:fontRef idx="minor"/>
        </p:style>
        <p:txBody>
          <a:bodyPr anchor="t">
            <a:spAutoFit/>
          </a:bodyPr>
          <a:p>
            <a:pPr>
              <a:lnSpc>
                <a:spcPct val="115000"/>
              </a:lnSpc>
              <a:tabLst>
                <a:tab pos="0" algn="l"/>
              </a:tabLst>
            </a:pPr>
            <a:r>
              <a:rPr lang="es-419" sz="900" b="1" u="none" strike="noStrike">
                <a:solidFill>
                  <a:schemeClr val="dk1"/>
                </a:solidFill>
                <a:effectLst/>
                <a:uFillTx/>
                <a:latin typeface="Inter"/>
                <a:ea typeface="Inter"/>
              </a:rPr>
              <a:t>¿Lorem ipsum dolor sit amet?</a:t>
            </a:r>
            <a:endParaRPr lang="es-MX" sz="900" b="0" u="none" strike="noStrike">
              <a:solidFill>
                <a:srgbClr val="000000"/>
              </a:solidFill>
              <a:effectLst/>
              <a:uFillTx/>
              <a:latin typeface="Arial"/>
            </a:endParaRPr>
          </a:p>
          <a:p>
            <a:pPr>
              <a:lnSpc>
                <a:spcPct val="115000"/>
              </a:lnSpc>
              <a:tabLst>
                <a:tab pos="0" algn="l"/>
              </a:tabLst>
            </a:pPr>
            <a:endParaRPr lang="es-MX" sz="900" b="0" u="none" strike="noStrike">
              <a:solidFill>
                <a:srgbClr val="000000"/>
              </a:solidFill>
              <a:effectLst/>
              <a:uFillTx/>
              <a:latin typeface="Arial"/>
            </a:endParaRPr>
          </a:p>
          <a:p>
            <a:pPr marL="457200" indent="-279360">
              <a:lnSpc>
                <a:spcPct val="100000"/>
              </a:lnSpc>
              <a:buClr>
                <a:srgbClr val="000000"/>
              </a:buClr>
              <a:buFont typeface="Inter"/>
              <a:buChar char="➔"/>
              <a:tabLst>
                <a:tab pos="0" algn="l"/>
              </a:tabLst>
            </a:pPr>
            <a:r>
              <a:rPr lang="es-419" sz="800" b="0" u="none" strike="noStrike">
                <a:solidFill>
                  <a:srgbClr val="000000"/>
                </a:solidFill>
                <a:effectLst/>
                <a:uFillTx/>
                <a:latin typeface="Inter"/>
                <a:ea typeface="Inter"/>
              </a:rPr>
              <a:t>Consectetur adipiscing elit</a:t>
            </a:r>
            <a:endParaRPr lang="es-MX" sz="800" b="0" u="none" strike="noStrike">
              <a:solidFill>
                <a:srgbClr val="000000"/>
              </a:solidFill>
              <a:effectLst/>
              <a:uFillTx/>
              <a:latin typeface="Arial"/>
            </a:endParaRPr>
          </a:p>
          <a:p>
            <a:pPr marL="457200" indent="-279360">
              <a:lnSpc>
                <a:spcPct val="100000"/>
              </a:lnSpc>
              <a:buClr>
                <a:srgbClr val="000000"/>
              </a:buClr>
              <a:buFont typeface="Inter"/>
              <a:buChar char="➔"/>
              <a:tabLst>
                <a:tab pos="0" algn="l"/>
              </a:tabLst>
            </a:pPr>
            <a:r>
              <a:rPr lang="es-419" sz="800" b="0" u="none" strike="noStrike">
                <a:solidFill>
                  <a:srgbClr val="000000"/>
                </a:solidFill>
                <a:effectLst/>
                <a:uFillTx/>
                <a:latin typeface="Inter"/>
                <a:ea typeface="Inter"/>
              </a:rPr>
              <a:t>Consectetur adipiscing elit</a:t>
            </a:r>
            <a:endParaRPr lang="es-MX" sz="800" b="0" u="none" strike="noStrike">
              <a:solidFill>
                <a:srgbClr val="000000"/>
              </a:solidFill>
              <a:effectLst/>
              <a:uFillTx/>
              <a:latin typeface="Arial"/>
            </a:endParaRPr>
          </a:p>
          <a:p>
            <a:pPr marL="457200" indent="-279360">
              <a:lnSpc>
                <a:spcPct val="100000"/>
              </a:lnSpc>
              <a:buClr>
                <a:srgbClr val="000000"/>
              </a:buClr>
              <a:buFont typeface="Inter"/>
              <a:buChar char="➔"/>
              <a:tabLst>
                <a:tab pos="0" algn="l"/>
              </a:tabLst>
            </a:pPr>
            <a:r>
              <a:rPr lang="es-419" sz="800" b="0" u="none" strike="noStrike">
                <a:solidFill>
                  <a:srgbClr val="000000"/>
                </a:solidFill>
                <a:effectLst/>
                <a:uFillTx/>
                <a:latin typeface="Inter"/>
                <a:ea typeface="Inter"/>
              </a:rPr>
              <a:t>Consectetur adipiscing elit</a:t>
            </a:r>
            <a:endParaRPr lang="es-MX" sz="800" b="0" u="none" strike="noStrike">
              <a:solidFill>
                <a:srgbClr val="000000"/>
              </a:solidFill>
              <a:effectLst/>
              <a:uFillTx/>
              <a:latin typeface="Arial"/>
            </a:endParaRPr>
          </a:p>
        </p:txBody>
      </p:sp>
      <p:pic>
        <p:nvPicPr>
          <p:cNvPr id="168" name="Google Shape;822;p62"/>
          <p:cNvPicPr/>
          <p:nvPr/>
        </p:nvPicPr>
        <p:blipFill>
          <a:blip r:embed="rId3"/>
          <a:stretch/>
        </p:blipFill>
        <p:spPr>
          <a:xfrm>
            <a:off x="2124360" y="1014120"/>
            <a:ext cx="551520" cy="550080"/>
          </a:xfrm>
          <a:prstGeom prst="rect">
            <a:avLst/>
          </a:prstGeom>
          <a:noFill/>
          <a:ln w="0">
            <a:noFill/>
          </a:ln>
        </p:spPr>
      </p:pic>
      <p:pic>
        <p:nvPicPr>
          <p:cNvPr id="169" name="Google Shape;823;p62"/>
          <p:cNvPicPr/>
          <p:nvPr/>
        </p:nvPicPr>
        <p:blipFill>
          <a:blip r:embed="rId4"/>
          <a:stretch/>
        </p:blipFill>
        <p:spPr>
          <a:xfrm>
            <a:off x="3907800" y="1053000"/>
            <a:ext cx="563040" cy="561240"/>
          </a:xfrm>
          <a:prstGeom prst="rect">
            <a:avLst/>
          </a:prstGeom>
          <a:noFill/>
          <a:ln w="0">
            <a:noFill/>
          </a:ln>
        </p:spPr>
      </p:pic>
      <p:pic>
        <p:nvPicPr>
          <p:cNvPr id="170" name="Google Shape;824;p62"/>
          <p:cNvPicPr/>
          <p:nvPr/>
        </p:nvPicPr>
        <p:blipFill>
          <a:blip r:embed="rId5"/>
          <a:stretch/>
        </p:blipFill>
        <p:spPr>
          <a:xfrm>
            <a:off x="5702400" y="1009080"/>
            <a:ext cx="651240" cy="649440"/>
          </a:xfrm>
          <a:prstGeom prst="rect">
            <a:avLst/>
          </a:prstGeom>
          <a:noFill/>
          <a:ln w="0">
            <a:noFill/>
          </a:ln>
        </p:spPr>
      </p:pic>
      <p:pic>
        <p:nvPicPr>
          <p:cNvPr id="171" name="Google Shape;825;p62"/>
          <p:cNvPicPr/>
          <p:nvPr/>
        </p:nvPicPr>
        <p:blipFill>
          <a:blip r:embed="rId6"/>
          <a:stretch/>
        </p:blipFill>
        <p:spPr>
          <a:xfrm>
            <a:off x="7498800" y="980640"/>
            <a:ext cx="618480" cy="616680"/>
          </a:xfrm>
          <a:prstGeom prst="rect">
            <a:avLst/>
          </a:prstGeom>
          <a:noFill/>
          <a:ln w="0">
            <a:noFill/>
          </a:ln>
        </p:spPr>
      </p:pic>
      <p:sp>
        <p:nvSpPr>
          <p:cNvPr id="172" name="Google Shape;826;p62"/>
          <p:cNvSpPr/>
          <p:nvPr/>
        </p:nvSpPr>
        <p:spPr>
          <a:xfrm>
            <a:off x="887400" y="3791160"/>
            <a:ext cx="1197000" cy="533160"/>
          </a:xfrm>
          <a:prstGeom prst="roundRect">
            <a:avLst>
              <a:gd name="adj" fmla="val 16667"/>
            </a:avLst>
          </a:prstGeom>
          <a:solidFill>
            <a:schemeClr val="accent1"/>
          </a:solidFill>
          <a:ln w="0">
            <a:noFill/>
          </a:ln>
        </p:spPr>
        <p:style>
          <a:lnRef idx="0"/>
          <a:fillRef idx="0"/>
          <a:effectRef idx="0"/>
          <a:fontRef idx="minor"/>
        </p:style>
        <p:txBody>
          <a:bodyPr tIns="91440" bIns="91440" anchor="ctr">
            <a:noAutofit/>
          </a:bodyPr>
          <a:p>
            <a:pPr algn="ctr">
              <a:lnSpc>
                <a:spcPct val="100000"/>
              </a:lnSpc>
              <a:tabLst>
                <a:tab pos="0" algn="l"/>
              </a:tabLst>
            </a:pPr>
            <a:r>
              <a:rPr lang="es-419" sz="1100" b="0" u="none" strike="noStrike">
                <a:solidFill>
                  <a:srgbClr val="000000"/>
                </a:solidFill>
                <a:effectLst/>
                <a:uFillTx/>
                <a:latin typeface="Inter"/>
                <a:ea typeface="Inter"/>
              </a:rPr>
              <a:t>Lorem</a:t>
            </a:r>
            <a:endParaRPr lang="es-MX" sz="1100" b="0" u="none" strike="noStrike">
              <a:solidFill>
                <a:srgbClr val="000000"/>
              </a:solidFill>
              <a:effectLst/>
              <a:uFillTx/>
              <a:latin typeface="Arial"/>
            </a:endParaRPr>
          </a:p>
        </p:txBody>
      </p:sp>
      <p:sp>
        <p:nvSpPr>
          <p:cNvPr id="173" name="Google Shape;827;p62"/>
          <p:cNvSpPr/>
          <p:nvPr/>
        </p:nvSpPr>
        <p:spPr>
          <a:xfrm>
            <a:off x="3703320" y="3985560"/>
            <a:ext cx="177480" cy="144720"/>
          </a:xfrm>
          <a:prstGeom prst="rightArrow">
            <a:avLst>
              <a:gd name="adj1" fmla="val 50000"/>
              <a:gd name="adj2" fmla="val 50000"/>
            </a:avLst>
          </a:prstGeom>
          <a:solidFill>
            <a:schemeClr val="dk1"/>
          </a:solidFill>
          <a:ln w="0">
            <a:noFill/>
          </a:ln>
        </p:spPr>
        <p:style>
          <a:lnRef idx="0"/>
          <a:fillRef idx="0"/>
          <a:effectRef idx="0"/>
          <a:fontRef idx="minor"/>
        </p:style>
        <p:txBody>
          <a:bodyPr lIns="68400" tIns="34200" rIns="68400" bIns="34200" anchor="ctr">
            <a:noAutofit/>
          </a:bodyPr>
          <a:p>
            <a:endParaRPr lang="es-MX" sz="1400" b="0" u="none" strike="noStrike">
              <a:solidFill>
                <a:srgbClr val="FFFFFF"/>
              </a:solidFill>
              <a:effectLst/>
              <a:uFillTx/>
              <a:latin typeface="Arial"/>
            </a:endParaRPr>
          </a:p>
        </p:txBody>
      </p:sp>
      <p:sp>
        <p:nvSpPr>
          <p:cNvPr id="174" name="Google Shape;828;p62"/>
          <p:cNvSpPr/>
          <p:nvPr/>
        </p:nvSpPr>
        <p:spPr>
          <a:xfrm>
            <a:off x="2424960" y="3791160"/>
            <a:ext cx="1197000" cy="533160"/>
          </a:xfrm>
          <a:prstGeom prst="roundRect">
            <a:avLst>
              <a:gd name="adj" fmla="val 16667"/>
            </a:avLst>
          </a:prstGeom>
          <a:solidFill>
            <a:schemeClr val="accent1"/>
          </a:solidFill>
          <a:ln w="0">
            <a:noFill/>
          </a:ln>
        </p:spPr>
        <p:style>
          <a:lnRef idx="0"/>
          <a:fillRef idx="0"/>
          <a:effectRef idx="0"/>
          <a:fontRef idx="minor"/>
        </p:style>
        <p:txBody>
          <a:bodyPr tIns="91440" bIns="91440" anchor="ctr">
            <a:noAutofit/>
          </a:bodyPr>
          <a:p>
            <a:pPr algn="ctr">
              <a:lnSpc>
                <a:spcPct val="100000"/>
              </a:lnSpc>
              <a:tabLst>
                <a:tab pos="0" algn="l"/>
              </a:tabLst>
            </a:pPr>
            <a:r>
              <a:rPr lang="es-419" sz="1100" b="0" u="none" strike="noStrike">
                <a:solidFill>
                  <a:srgbClr val="000000"/>
                </a:solidFill>
                <a:effectLst/>
                <a:uFillTx/>
                <a:latin typeface="Inter"/>
                <a:ea typeface="Inter"/>
              </a:rPr>
              <a:t>Lorem</a:t>
            </a:r>
            <a:endParaRPr lang="es-MX" sz="1100" b="0" u="none" strike="noStrike">
              <a:solidFill>
                <a:srgbClr val="000000"/>
              </a:solidFill>
              <a:effectLst/>
              <a:uFillTx/>
              <a:latin typeface="Arial"/>
            </a:endParaRPr>
          </a:p>
        </p:txBody>
      </p:sp>
      <p:sp>
        <p:nvSpPr>
          <p:cNvPr id="175" name="Google Shape;829;p62"/>
          <p:cNvSpPr/>
          <p:nvPr/>
        </p:nvSpPr>
        <p:spPr>
          <a:xfrm>
            <a:off x="5240880" y="3985560"/>
            <a:ext cx="177480" cy="144720"/>
          </a:xfrm>
          <a:prstGeom prst="rightArrow">
            <a:avLst>
              <a:gd name="adj1" fmla="val 50000"/>
              <a:gd name="adj2" fmla="val 50000"/>
            </a:avLst>
          </a:prstGeom>
          <a:solidFill>
            <a:schemeClr val="dk1"/>
          </a:solidFill>
          <a:ln w="0">
            <a:noFill/>
          </a:ln>
        </p:spPr>
        <p:style>
          <a:lnRef idx="0"/>
          <a:fillRef idx="0"/>
          <a:effectRef idx="0"/>
          <a:fontRef idx="minor"/>
        </p:style>
        <p:txBody>
          <a:bodyPr lIns="68400" tIns="34200" rIns="68400" bIns="34200" anchor="ctr">
            <a:noAutofit/>
          </a:bodyPr>
          <a:p>
            <a:endParaRPr lang="es-MX" sz="1400" b="0" u="none" strike="noStrike">
              <a:solidFill>
                <a:srgbClr val="FFFFFF"/>
              </a:solidFill>
              <a:effectLst/>
              <a:uFillTx/>
              <a:latin typeface="Arial"/>
            </a:endParaRPr>
          </a:p>
        </p:txBody>
      </p:sp>
      <p:sp>
        <p:nvSpPr>
          <p:cNvPr id="176" name="Google Shape;830;p62"/>
          <p:cNvSpPr/>
          <p:nvPr/>
        </p:nvSpPr>
        <p:spPr>
          <a:xfrm>
            <a:off x="3962520" y="3791160"/>
            <a:ext cx="1197000" cy="533160"/>
          </a:xfrm>
          <a:prstGeom prst="roundRect">
            <a:avLst>
              <a:gd name="adj" fmla="val 16667"/>
            </a:avLst>
          </a:prstGeom>
          <a:solidFill>
            <a:schemeClr val="accent1"/>
          </a:solidFill>
          <a:ln w="0">
            <a:noFill/>
          </a:ln>
        </p:spPr>
        <p:style>
          <a:lnRef idx="0"/>
          <a:fillRef idx="0"/>
          <a:effectRef idx="0"/>
          <a:fontRef idx="minor"/>
        </p:style>
        <p:txBody>
          <a:bodyPr tIns="91440" bIns="91440" anchor="ctr">
            <a:noAutofit/>
          </a:bodyPr>
          <a:p>
            <a:pPr algn="ctr">
              <a:lnSpc>
                <a:spcPct val="100000"/>
              </a:lnSpc>
              <a:tabLst>
                <a:tab pos="0" algn="l"/>
              </a:tabLst>
            </a:pPr>
            <a:r>
              <a:rPr lang="es-419" sz="1100" b="0" u="none" strike="noStrike">
                <a:solidFill>
                  <a:srgbClr val="000000"/>
                </a:solidFill>
                <a:effectLst/>
                <a:uFillTx/>
                <a:latin typeface="Inter"/>
                <a:ea typeface="Inter"/>
              </a:rPr>
              <a:t>Lorem</a:t>
            </a:r>
            <a:endParaRPr lang="es-MX" sz="1100" b="0" u="none" strike="noStrike">
              <a:solidFill>
                <a:srgbClr val="000000"/>
              </a:solidFill>
              <a:effectLst/>
              <a:uFillTx/>
              <a:latin typeface="Arial"/>
            </a:endParaRPr>
          </a:p>
        </p:txBody>
      </p:sp>
      <p:sp>
        <p:nvSpPr>
          <p:cNvPr id="177" name="Google Shape;831;p62"/>
          <p:cNvSpPr/>
          <p:nvPr/>
        </p:nvSpPr>
        <p:spPr>
          <a:xfrm>
            <a:off x="6778080" y="3985560"/>
            <a:ext cx="177480" cy="144720"/>
          </a:xfrm>
          <a:prstGeom prst="rightArrow">
            <a:avLst>
              <a:gd name="adj1" fmla="val 50000"/>
              <a:gd name="adj2" fmla="val 50000"/>
            </a:avLst>
          </a:prstGeom>
          <a:solidFill>
            <a:schemeClr val="dk1"/>
          </a:solidFill>
          <a:ln w="0">
            <a:noFill/>
          </a:ln>
        </p:spPr>
        <p:style>
          <a:lnRef idx="0"/>
          <a:fillRef idx="0"/>
          <a:effectRef idx="0"/>
          <a:fontRef idx="minor"/>
        </p:style>
        <p:txBody>
          <a:bodyPr lIns="68400" tIns="34200" rIns="68400" bIns="34200" anchor="ctr">
            <a:noAutofit/>
          </a:bodyPr>
          <a:p>
            <a:endParaRPr lang="es-MX" sz="1400" b="0" u="none" strike="noStrike">
              <a:solidFill>
                <a:srgbClr val="FFFFFF"/>
              </a:solidFill>
              <a:effectLst/>
              <a:uFillTx/>
              <a:latin typeface="Arial"/>
            </a:endParaRPr>
          </a:p>
        </p:txBody>
      </p:sp>
      <p:sp>
        <p:nvSpPr>
          <p:cNvPr id="178" name="Google Shape;832;p62"/>
          <p:cNvSpPr/>
          <p:nvPr/>
        </p:nvSpPr>
        <p:spPr>
          <a:xfrm>
            <a:off x="5499720" y="3791160"/>
            <a:ext cx="1197000" cy="533160"/>
          </a:xfrm>
          <a:prstGeom prst="roundRect">
            <a:avLst>
              <a:gd name="adj" fmla="val 16667"/>
            </a:avLst>
          </a:prstGeom>
          <a:solidFill>
            <a:schemeClr val="accent1"/>
          </a:solidFill>
          <a:ln w="0">
            <a:noFill/>
          </a:ln>
        </p:spPr>
        <p:style>
          <a:lnRef idx="0"/>
          <a:fillRef idx="0"/>
          <a:effectRef idx="0"/>
          <a:fontRef idx="minor"/>
        </p:style>
        <p:txBody>
          <a:bodyPr tIns="91440" bIns="91440" anchor="ctr">
            <a:noAutofit/>
          </a:bodyPr>
          <a:p>
            <a:pPr algn="ctr">
              <a:lnSpc>
                <a:spcPct val="100000"/>
              </a:lnSpc>
              <a:tabLst>
                <a:tab pos="0" algn="l"/>
              </a:tabLst>
            </a:pPr>
            <a:r>
              <a:rPr lang="es-419" sz="1100" b="0" u="none" strike="noStrike">
                <a:solidFill>
                  <a:srgbClr val="000000"/>
                </a:solidFill>
                <a:effectLst/>
                <a:uFillTx/>
                <a:latin typeface="Inter"/>
                <a:ea typeface="Inter"/>
              </a:rPr>
              <a:t>Lorem</a:t>
            </a:r>
            <a:endParaRPr lang="es-MX" sz="1100" b="0" u="none" strike="noStrike">
              <a:solidFill>
                <a:srgbClr val="000000"/>
              </a:solidFill>
              <a:effectLst/>
              <a:uFillTx/>
              <a:latin typeface="Arial"/>
            </a:endParaRPr>
          </a:p>
        </p:txBody>
      </p:sp>
      <p:sp>
        <p:nvSpPr>
          <p:cNvPr id="179" name="Google Shape;833;p62"/>
          <p:cNvSpPr/>
          <p:nvPr/>
        </p:nvSpPr>
        <p:spPr>
          <a:xfrm>
            <a:off x="7037280" y="3791160"/>
            <a:ext cx="1197000" cy="533160"/>
          </a:xfrm>
          <a:prstGeom prst="roundRect">
            <a:avLst>
              <a:gd name="adj" fmla="val 16667"/>
            </a:avLst>
          </a:prstGeom>
          <a:solidFill>
            <a:schemeClr val="accent1"/>
          </a:solidFill>
          <a:ln w="0">
            <a:noFill/>
          </a:ln>
        </p:spPr>
        <p:style>
          <a:lnRef idx="0"/>
          <a:fillRef idx="0"/>
          <a:effectRef idx="0"/>
          <a:fontRef idx="minor"/>
        </p:style>
        <p:txBody>
          <a:bodyPr tIns="91440" bIns="91440" anchor="ctr">
            <a:noAutofit/>
          </a:bodyPr>
          <a:p>
            <a:pPr algn="ctr">
              <a:lnSpc>
                <a:spcPct val="100000"/>
              </a:lnSpc>
              <a:tabLst>
                <a:tab pos="0" algn="l"/>
              </a:tabLst>
            </a:pPr>
            <a:r>
              <a:rPr lang="es-419" sz="1100" b="0" u="none" strike="noStrike">
                <a:solidFill>
                  <a:srgbClr val="000000"/>
                </a:solidFill>
                <a:effectLst/>
                <a:uFillTx/>
                <a:latin typeface="Inter"/>
                <a:ea typeface="Inter"/>
              </a:rPr>
              <a:t>Lorem</a:t>
            </a:r>
            <a:endParaRPr lang="es-MX" sz="1100" b="0" u="none" strike="noStrike">
              <a:solidFill>
                <a:srgbClr val="000000"/>
              </a:solidFill>
              <a:effectLst/>
              <a:uFillTx/>
              <a:latin typeface="Arial"/>
            </a:endParaRPr>
          </a:p>
        </p:txBody>
      </p:sp>
      <p:sp>
        <p:nvSpPr>
          <p:cNvPr id="180" name="PlaceHolder 2"/>
          <p:cNvSpPr>
            <a:spLocks noGrp="1"/>
          </p:cNvSpPr>
          <p:nvPr>
            <p:ph type="title"/>
          </p:nvPr>
        </p:nvSpPr>
        <p:spPr>
          <a:xfrm>
            <a:off x="1397160" y="179280"/>
            <a:ext cx="6250680" cy="428400"/>
          </a:xfrm>
          <a:prstGeom prst="rect">
            <a:avLst/>
          </a:prstGeom>
          <a:noFill/>
          <a:ln w="0">
            <a:noFill/>
          </a:ln>
        </p:spPr>
        <p:txBody>
          <a:bodyPr lIns="162000" tIns="90000" rIns="162000" bIns="90000" anchor="t">
            <a:spAutoFit/>
          </a:bodyPr>
          <a:p>
            <a:pPr indent="0" algn="ctr">
              <a:lnSpc>
                <a:spcPct val="100000"/>
              </a:lnSpc>
              <a:buNone/>
              <a:tabLst>
                <a:tab pos="0" algn="l"/>
              </a:tabLst>
            </a:pPr>
            <a:r>
              <a:rPr lang="es-419" sz="1600" b="0" u="none" strike="noStrike">
                <a:solidFill>
                  <a:srgbClr val="000000"/>
                </a:solidFill>
                <a:effectLst/>
                <a:uFillTx/>
                <a:latin typeface="Inter"/>
                <a:ea typeface="Inter"/>
              </a:rPr>
              <a:t>Lorem ipsum dolor sit amet, consect.</a:t>
            </a:r>
            <a:endParaRPr lang="es-MX"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Google Shape;846;p64"/>
          <p:cNvSpPr/>
          <p:nvPr/>
        </p:nvSpPr>
        <p:spPr>
          <a:xfrm>
            <a:off x="2718720" y="1628640"/>
            <a:ext cx="994320" cy="484560"/>
          </a:xfrm>
          <a:prstGeom prst="rect">
            <a:avLst/>
          </a:prstGeom>
          <a:noFill/>
          <a:ln w="0">
            <a:noFill/>
          </a:ln>
        </p:spPr>
        <p:style>
          <a:lnRef idx="0"/>
          <a:fillRef idx="0"/>
          <a:effectRef idx="0"/>
          <a:fontRef idx="minor"/>
        </p:style>
        <p:txBody>
          <a:bodyPr lIns="68400" tIns="34200" rIns="68400" bIns="34200" anchor="t">
            <a:noAutofit/>
          </a:bodyPr>
          <a:p>
            <a:pPr algn="ctr">
              <a:lnSpc>
                <a:spcPct val="100000"/>
              </a:lnSpc>
              <a:tabLst>
                <a:tab pos="0" algn="l"/>
              </a:tabLst>
            </a:pPr>
            <a:r>
              <a:rPr lang="es-419" sz="700" b="1" u="none" strike="noStrike">
                <a:solidFill>
                  <a:schemeClr val="dk1"/>
                </a:solidFill>
                <a:effectLst/>
                <a:uFillTx/>
                <a:latin typeface="Inter"/>
                <a:ea typeface="Inter"/>
              </a:rPr>
              <a:t>III. </a:t>
            </a:r>
            <a:endParaRPr lang="es-MX" sz="700" b="0" u="none" strike="noStrike">
              <a:solidFill>
                <a:srgbClr val="000000"/>
              </a:solidFill>
              <a:effectLst/>
              <a:uFillTx/>
              <a:latin typeface="Arial"/>
            </a:endParaRPr>
          </a:p>
          <a:p>
            <a:pPr algn="ctr">
              <a:lnSpc>
                <a:spcPct val="100000"/>
              </a:lnSpc>
              <a:tabLst>
                <a:tab pos="0" algn="l"/>
              </a:tabLst>
            </a:pPr>
            <a:r>
              <a:rPr lang="es-419" sz="700" b="1" u="none" strike="noStrike">
                <a:solidFill>
                  <a:schemeClr val="dk1"/>
                </a:solidFill>
                <a:effectLst/>
                <a:uFillTx/>
                <a:latin typeface="Inter"/>
                <a:ea typeface="Inter"/>
              </a:rPr>
              <a:t>Lorem Ipsum</a:t>
            </a:r>
            <a:endParaRPr lang="es-MX" sz="700" b="0" u="none" strike="noStrike">
              <a:solidFill>
                <a:srgbClr val="000000"/>
              </a:solidFill>
              <a:effectLst/>
              <a:uFillTx/>
              <a:latin typeface="Arial"/>
            </a:endParaRPr>
          </a:p>
        </p:txBody>
      </p:sp>
      <p:sp>
        <p:nvSpPr>
          <p:cNvPr id="182" name="Google Shape;847;p64"/>
          <p:cNvSpPr/>
          <p:nvPr/>
        </p:nvSpPr>
        <p:spPr>
          <a:xfrm>
            <a:off x="6635520" y="2682360"/>
            <a:ext cx="1710000" cy="4273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183" name="Google Shape;848;p64"/>
          <p:cNvSpPr/>
          <p:nvPr/>
        </p:nvSpPr>
        <p:spPr>
          <a:xfrm>
            <a:off x="6614280" y="2537640"/>
            <a:ext cx="501480" cy="588240"/>
          </a:xfrm>
          <a:prstGeom prst="rect">
            <a:avLst/>
          </a:prstGeom>
          <a:noFill/>
          <a:ln w="0">
            <a:noFill/>
          </a:ln>
        </p:spPr>
        <p:style>
          <a:lnRef idx="0"/>
          <a:fillRef idx="0"/>
          <a:effectRef idx="0"/>
          <a:fontRef idx="minor"/>
        </p:style>
        <p:txBody>
          <a:bodyPr tIns="91440" bIns="91440" anchor="t">
            <a:noAutofit/>
          </a:bodyPr>
          <a:p>
            <a:pPr>
              <a:lnSpc>
                <a:spcPct val="100000"/>
              </a:lnSpc>
              <a:tabLst>
                <a:tab pos="0" algn="l"/>
              </a:tabLst>
            </a:pPr>
            <a:r>
              <a:rPr lang="es-419" sz="3500" b="1" u="none" strike="noStrike">
                <a:solidFill>
                  <a:schemeClr val="dk1"/>
                </a:solidFill>
                <a:effectLst/>
                <a:uFillTx/>
                <a:latin typeface="Inter"/>
                <a:ea typeface="Inter"/>
              </a:rPr>
              <a:t>2</a:t>
            </a:r>
            <a:endParaRPr lang="es-MX" sz="3500" b="0" u="none" strike="noStrike">
              <a:solidFill>
                <a:srgbClr val="000000"/>
              </a:solidFill>
              <a:effectLst/>
              <a:uFillTx/>
              <a:latin typeface="Arial"/>
            </a:endParaRPr>
          </a:p>
        </p:txBody>
      </p:sp>
      <p:sp>
        <p:nvSpPr>
          <p:cNvPr id="184" name="Google Shape;849;p64"/>
          <p:cNvSpPr/>
          <p:nvPr/>
        </p:nvSpPr>
        <p:spPr>
          <a:xfrm>
            <a:off x="6635520" y="728640"/>
            <a:ext cx="1710000" cy="4273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185" name="Google Shape;850;p64"/>
          <p:cNvSpPr/>
          <p:nvPr/>
        </p:nvSpPr>
        <p:spPr>
          <a:xfrm>
            <a:off x="6614280" y="583920"/>
            <a:ext cx="501480" cy="588240"/>
          </a:xfrm>
          <a:prstGeom prst="rect">
            <a:avLst/>
          </a:prstGeom>
          <a:noFill/>
          <a:ln w="0">
            <a:noFill/>
          </a:ln>
        </p:spPr>
        <p:style>
          <a:lnRef idx="0"/>
          <a:fillRef idx="0"/>
          <a:effectRef idx="0"/>
          <a:fontRef idx="minor"/>
        </p:style>
        <p:txBody>
          <a:bodyPr tIns="91440" bIns="91440" anchor="t">
            <a:noAutofit/>
          </a:bodyPr>
          <a:p>
            <a:pPr>
              <a:lnSpc>
                <a:spcPct val="100000"/>
              </a:lnSpc>
              <a:tabLst>
                <a:tab pos="0" algn="l"/>
              </a:tabLst>
            </a:pPr>
            <a:r>
              <a:rPr lang="es-419" sz="3500" b="1" u="none" strike="noStrike">
                <a:solidFill>
                  <a:schemeClr val="dk1"/>
                </a:solidFill>
                <a:effectLst/>
                <a:uFillTx/>
                <a:latin typeface="Inter"/>
                <a:ea typeface="Inter"/>
              </a:rPr>
              <a:t>1</a:t>
            </a:r>
            <a:endParaRPr lang="es-MX" sz="3500" b="0" u="none" strike="noStrike">
              <a:solidFill>
                <a:srgbClr val="000000"/>
              </a:solidFill>
              <a:effectLst/>
              <a:uFillTx/>
              <a:latin typeface="Arial"/>
            </a:endParaRPr>
          </a:p>
        </p:txBody>
      </p:sp>
      <p:sp>
        <p:nvSpPr>
          <p:cNvPr id="186" name="Google Shape;851;p64"/>
          <p:cNvSpPr/>
          <p:nvPr/>
        </p:nvSpPr>
        <p:spPr>
          <a:xfrm>
            <a:off x="721080" y="1547640"/>
            <a:ext cx="1710000" cy="427320"/>
          </a:xfrm>
          <a:prstGeom prst="roundRect">
            <a:avLst>
              <a:gd name="adj" fmla="val 16667"/>
            </a:avLst>
          </a:prstGeom>
          <a:solidFill>
            <a:schemeClr val="lt2"/>
          </a:soli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187" name="PlaceHolder 1"/>
          <p:cNvSpPr>
            <a:spLocks noGrp="1"/>
          </p:cNvSpPr>
          <p:nvPr>
            <p:ph type="sldNum" idx="20"/>
          </p:nvPr>
        </p:nvSpPr>
        <p:spPr>
          <a:xfrm>
            <a:off x="8472600" y="4663080"/>
            <a:ext cx="548280" cy="3931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BD6ADEB7-9020-4947-8CE4-D6CC2CF50B3A}" type="slidenum">
              <a:rPr lang="es-419" sz="800" b="1" u="none" strike="noStrike">
                <a:solidFill>
                  <a:schemeClr val="dk1"/>
                </a:solidFill>
                <a:effectLst/>
                <a:uFillTx/>
                <a:latin typeface="Inter"/>
                <a:ea typeface="Inter"/>
              </a:rPr>
              <a:t>12</a:t>
            </a:fld>
            <a:endParaRPr lang="es-MX" sz="800" b="0" u="none" strike="noStrike">
              <a:solidFill>
                <a:srgbClr val="000000"/>
              </a:solidFill>
              <a:effectLst/>
              <a:uFillTx/>
              <a:latin typeface="Times New Roman"/>
            </a:endParaRPr>
          </a:p>
        </p:txBody>
      </p:sp>
      <p:sp>
        <p:nvSpPr>
          <p:cNvPr id="188" name="Google Shape;853;p64"/>
          <p:cNvSpPr/>
          <p:nvPr/>
        </p:nvSpPr>
        <p:spPr>
          <a:xfrm>
            <a:off x="6635520" y="1344960"/>
            <a:ext cx="1710000" cy="799920"/>
          </a:xfrm>
          <a:prstGeom prst="rect">
            <a:avLst/>
          </a:prstGeom>
          <a:noFill/>
          <a:ln w="0">
            <a:noFill/>
          </a:ln>
        </p:spPr>
        <p:style>
          <a:lnRef idx="0"/>
          <a:fillRef idx="0"/>
          <a:effectRef idx="0"/>
          <a:fontRef idx="minor"/>
        </p:style>
        <p:txBody>
          <a:bodyPr anchor="t">
            <a:noAutofit/>
          </a:bodyPr>
          <a:p>
            <a:pPr>
              <a:lnSpc>
                <a:spcPct val="110000"/>
              </a:lnSpc>
              <a:tabLst>
                <a:tab pos="0" algn="l"/>
              </a:tabLst>
            </a:pPr>
            <a:r>
              <a:rPr lang="es-419" sz="800" b="0" u="none" strike="noStrike">
                <a:solidFill>
                  <a:schemeClr val="dk1"/>
                </a:solidFill>
                <a:effectLst/>
                <a:uFillTx/>
                <a:latin typeface="Inter"/>
                <a:ea typeface="Inter"/>
              </a:rPr>
              <a:t>Lorem ipsum dolor sit amet, consectetur adipiscing elit. Sed et neque eu risus blandit rhoncus id nec purus. Nunc et dui elit. </a:t>
            </a:r>
            <a:endParaRPr lang="es-MX" sz="800" b="0" u="none" strike="noStrike">
              <a:solidFill>
                <a:srgbClr val="000000"/>
              </a:solidFill>
              <a:effectLst/>
              <a:uFillTx/>
              <a:latin typeface="Arial"/>
            </a:endParaRPr>
          </a:p>
        </p:txBody>
      </p:sp>
      <p:sp>
        <p:nvSpPr>
          <p:cNvPr id="189" name="Google Shape;854;p64"/>
          <p:cNvSpPr/>
          <p:nvPr/>
        </p:nvSpPr>
        <p:spPr>
          <a:xfrm>
            <a:off x="6635520" y="3320280"/>
            <a:ext cx="1710000" cy="799920"/>
          </a:xfrm>
          <a:prstGeom prst="rect">
            <a:avLst/>
          </a:prstGeom>
          <a:noFill/>
          <a:ln w="0">
            <a:noFill/>
          </a:ln>
        </p:spPr>
        <p:style>
          <a:lnRef idx="0"/>
          <a:fillRef idx="0"/>
          <a:effectRef idx="0"/>
          <a:fontRef idx="minor"/>
        </p:style>
        <p:txBody>
          <a:bodyPr anchor="t">
            <a:noAutofit/>
          </a:bodyPr>
          <a:p>
            <a:pPr>
              <a:lnSpc>
                <a:spcPct val="110000"/>
              </a:lnSpc>
              <a:tabLst>
                <a:tab pos="0" algn="l"/>
              </a:tabLst>
            </a:pPr>
            <a:r>
              <a:rPr lang="es-419" sz="800" b="0" u="none" strike="noStrike">
                <a:solidFill>
                  <a:schemeClr val="dk1"/>
                </a:solidFill>
                <a:effectLst/>
                <a:uFillTx/>
                <a:latin typeface="Inter"/>
                <a:ea typeface="Inter"/>
              </a:rPr>
              <a:t>Lorem ipsum dolor sit amet, consectetur adipiscing elit. Sed et neque eu risus blandit rhoncus id nec purus. Nunc et dui elit.</a:t>
            </a:r>
            <a:endParaRPr lang="es-MX" sz="800" b="0" u="none" strike="noStrike">
              <a:solidFill>
                <a:srgbClr val="000000"/>
              </a:solidFill>
              <a:effectLst/>
              <a:uFillTx/>
              <a:latin typeface="Arial"/>
            </a:endParaRPr>
          </a:p>
        </p:txBody>
      </p:sp>
      <p:sp>
        <p:nvSpPr>
          <p:cNvPr id="190" name="Google Shape;855;p64"/>
          <p:cNvSpPr/>
          <p:nvPr/>
        </p:nvSpPr>
        <p:spPr>
          <a:xfrm>
            <a:off x="721080" y="2206800"/>
            <a:ext cx="1710000" cy="972000"/>
          </a:xfrm>
          <a:prstGeom prst="rect">
            <a:avLst/>
          </a:prstGeom>
          <a:noFill/>
          <a:ln w="0">
            <a:noFill/>
          </a:ln>
        </p:spPr>
        <p:style>
          <a:lnRef idx="0"/>
          <a:fillRef idx="0"/>
          <a:effectRef idx="0"/>
          <a:fontRef idx="minor"/>
        </p:style>
        <p:txBody>
          <a:bodyPr lIns="68400" tIns="34200" rIns="68400" bIns="34200" anchor="t">
            <a:noAutofit/>
          </a:bodyPr>
          <a:p>
            <a:pPr>
              <a:lnSpc>
                <a:spcPct val="115000"/>
              </a:lnSpc>
              <a:tabLst>
                <a:tab pos="0" algn="l"/>
              </a:tabLst>
            </a:pPr>
            <a:r>
              <a:rPr lang="es-419" sz="800" b="0" u="none" strike="noStrike">
                <a:solidFill>
                  <a:schemeClr val="dk1"/>
                </a:solidFill>
                <a:effectLst/>
                <a:uFillTx/>
                <a:latin typeface="Inter"/>
                <a:ea typeface="Inter"/>
              </a:rPr>
              <a:t>Lorem ipsum dolor sit amet, consectetur adipiscing elit. Sed et neque eu risus blandit rhoncus id nec purus. Nunc et dui elit. Sed ultrices felis tellus, id sagittis ligula consequat et.</a:t>
            </a:r>
            <a:endParaRPr lang="es-MX" sz="800" b="0" u="none" strike="noStrike">
              <a:solidFill>
                <a:srgbClr val="000000"/>
              </a:solidFill>
              <a:effectLst/>
              <a:uFillTx/>
              <a:latin typeface="Arial"/>
            </a:endParaRPr>
          </a:p>
        </p:txBody>
      </p:sp>
      <p:sp>
        <p:nvSpPr>
          <p:cNvPr id="191" name="Google Shape;856;p64"/>
          <p:cNvSpPr/>
          <p:nvPr/>
        </p:nvSpPr>
        <p:spPr>
          <a:xfrm>
            <a:off x="1064160" y="1579680"/>
            <a:ext cx="1366920" cy="369000"/>
          </a:xfrm>
          <a:prstGeom prst="rect">
            <a:avLst/>
          </a:prstGeom>
          <a:noFill/>
          <a:ln w="0">
            <a:noFill/>
          </a:ln>
        </p:spPr>
        <p:style>
          <a:lnRef idx="0"/>
          <a:fillRef idx="0"/>
          <a:effectRef idx="0"/>
          <a:fontRef idx="minor"/>
        </p:style>
        <p:txBody>
          <a:bodyPr lIns="68400" tIns="34200" rIns="68400" bIns="34200" anchor="ctr">
            <a:noAutofit/>
          </a:bodyPr>
          <a:p>
            <a:pPr>
              <a:lnSpc>
                <a:spcPct val="100000"/>
              </a:lnSpc>
              <a:tabLst>
                <a:tab pos="0" algn="l"/>
              </a:tabLst>
            </a:pPr>
            <a:r>
              <a:rPr lang="es-419" sz="900" b="1" u="none" strike="noStrike">
                <a:solidFill>
                  <a:schemeClr val="dk1"/>
                </a:solidFill>
                <a:effectLst/>
                <a:uFillTx/>
                <a:latin typeface="Inter"/>
                <a:ea typeface="Inter"/>
              </a:rPr>
              <a:t>Lorem Ipsum</a:t>
            </a:r>
            <a:endParaRPr lang="es-MX" sz="900" b="0" u="none" strike="noStrike">
              <a:solidFill>
                <a:srgbClr val="000000"/>
              </a:solidFill>
              <a:effectLst/>
              <a:uFillTx/>
              <a:latin typeface="Arial"/>
            </a:endParaRPr>
          </a:p>
        </p:txBody>
      </p:sp>
      <p:sp>
        <p:nvSpPr>
          <p:cNvPr id="192" name="Google Shape;857;p64"/>
          <p:cNvSpPr/>
          <p:nvPr/>
        </p:nvSpPr>
        <p:spPr>
          <a:xfrm>
            <a:off x="5421600" y="1304280"/>
            <a:ext cx="1200240" cy="588240"/>
          </a:xfrm>
          <a:prstGeom prst="rect">
            <a:avLst/>
          </a:prstGeom>
          <a:noFill/>
          <a:ln w="0">
            <a:noFill/>
          </a:ln>
        </p:spPr>
        <p:style>
          <a:lnRef idx="0"/>
          <a:fillRef idx="0"/>
          <a:effectRef idx="0"/>
          <a:fontRef idx="minor"/>
        </p:style>
        <p:txBody>
          <a:bodyPr lIns="68400" tIns="34200" rIns="68400" bIns="34200" anchor="t">
            <a:noAutofit/>
          </a:bodyPr>
          <a:p>
            <a:pPr algn="ctr">
              <a:lnSpc>
                <a:spcPct val="100000"/>
              </a:lnSpc>
              <a:tabLst>
                <a:tab pos="0" algn="l"/>
              </a:tabLst>
            </a:pPr>
            <a:r>
              <a:rPr lang="es-419" sz="700" b="1" u="none" strike="noStrike">
                <a:solidFill>
                  <a:schemeClr val="dk1"/>
                </a:solidFill>
                <a:effectLst/>
                <a:uFillTx/>
                <a:latin typeface="Inter"/>
                <a:ea typeface="Inter"/>
              </a:rPr>
              <a:t>I. </a:t>
            </a:r>
            <a:endParaRPr lang="es-MX" sz="700" b="0" u="none" strike="noStrike">
              <a:solidFill>
                <a:srgbClr val="000000"/>
              </a:solidFill>
              <a:effectLst/>
              <a:uFillTx/>
              <a:latin typeface="Arial"/>
            </a:endParaRPr>
          </a:p>
          <a:p>
            <a:pPr algn="ctr">
              <a:lnSpc>
                <a:spcPct val="100000"/>
              </a:lnSpc>
              <a:tabLst>
                <a:tab pos="0" algn="l"/>
              </a:tabLst>
            </a:pPr>
            <a:r>
              <a:rPr lang="es-419" sz="700" b="1" u="none" strike="noStrike">
                <a:solidFill>
                  <a:schemeClr val="dk1"/>
                </a:solidFill>
                <a:effectLst/>
                <a:uFillTx/>
                <a:latin typeface="Inter"/>
                <a:ea typeface="Inter"/>
              </a:rPr>
              <a:t>Lorem Ipsum</a:t>
            </a:r>
            <a:endParaRPr lang="es-MX" sz="700" b="0" u="none" strike="noStrike">
              <a:solidFill>
                <a:srgbClr val="000000"/>
              </a:solidFill>
              <a:effectLst/>
              <a:uFillTx/>
              <a:latin typeface="Arial"/>
            </a:endParaRPr>
          </a:p>
          <a:p>
            <a:pPr algn="ctr">
              <a:lnSpc>
                <a:spcPct val="100000"/>
              </a:lnSpc>
              <a:tabLst>
                <a:tab pos="0" algn="l"/>
              </a:tabLst>
            </a:pPr>
            <a:endParaRPr lang="es-MX" sz="700" b="0" u="none" strike="noStrike">
              <a:solidFill>
                <a:srgbClr val="000000"/>
              </a:solidFill>
              <a:effectLst/>
              <a:uFillTx/>
              <a:latin typeface="Arial"/>
            </a:endParaRPr>
          </a:p>
        </p:txBody>
      </p:sp>
      <p:sp>
        <p:nvSpPr>
          <p:cNvPr id="193" name="Google Shape;858;p64"/>
          <p:cNvSpPr/>
          <p:nvPr/>
        </p:nvSpPr>
        <p:spPr>
          <a:xfrm>
            <a:off x="4489920" y="3356640"/>
            <a:ext cx="940320" cy="369000"/>
          </a:xfrm>
          <a:prstGeom prst="rect">
            <a:avLst/>
          </a:prstGeom>
          <a:noFill/>
          <a:ln w="0">
            <a:noFill/>
          </a:ln>
        </p:spPr>
        <p:style>
          <a:lnRef idx="0"/>
          <a:fillRef idx="0"/>
          <a:effectRef idx="0"/>
          <a:fontRef idx="minor"/>
        </p:style>
        <p:txBody>
          <a:bodyPr lIns="68400" tIns="34200" rIns="68400" bIns="34200" anchor="t">
            <a:noAutofit/>
          </a:bodyPr>
          <a:p>
            <a:pPr algn="ctr">
              <a:lnSpc>
                <a:spcPct val="100000"/>
              </a:lnSpc>
              <a:tabLst>
                <a:tab pos="0" algn="l"/>
              </a:tabLst>
            </a:pPr>
            <a:r>
              <a:rPr lang="es-419" sz="700" b="1" u="none" strike="noStrike">
                <a:solidFill>
                  <a:schemeClr val="dk1"/>
                </a:solidFill>
                <a:effectLst/>
                <a:uFillTx/>
                <a:latin typeface="Inter"/>
                <a:ea typeface="Inter"/>
              </a:rPr>
              <a:t>II. </a:t>
            </a:r>
            <a:endParaRPr lang="es-MX" sz="700" b="0" u="none" strike="noStrike">
              <a:solidFill>
                <a:srgbClr val="000000"/>
              </a:solidFill>
              <a:effectLst/>
              <a:uFillTx/>
              <a:latin typeface="Arial"/>
            </a:endParaRPr>
          </a:p>
          <a:p>
            <a:pPr algn="ctr">
              <a:lnSpc>
                <a:spcPct val="100000"/>
              </a:lnSpc>
              <a:tabLst>
                <a:tab pos="0" algn="l"/>
              </a:tabLst>
            </a:pPr>
            <a:r>
              <a:rPr lang="es-419" sz="700" b="1" u="none" strike="noStrike">
                <a:solidFill>
                  <a:schemeClr val="dk1"/>
                </a:solidFill>
                <a:effectLst/>
                <a:uFillTx/>
                <a:latin typeface="Inter"/>
                <a:ea typeface="Inter"/>
              </a:rPr>
              <a:t>Lorem Ipsum</a:t>
            </a:r>
            <a:endParaRPr lang="es-MX" sz="700" b="0" u="none" strike="noStrike">
              <a:solidFill>
                <a:srgbClr val="000000"/>
              </a:solidFill>
              <a:effectLst/>
              <a:uFillTx/>
              <a:latin typeface="Arial"/>
            </a:endParaRPr>
          </a:p>
        </p:txBody>
      </p:sp>
      <p:sp>
        <p:nvSpPr>
          <p:cNvPr id="194" name="Google Shape;859;p64"/>
          <p:cNvSpPr/>
          <p:nvPr/>
        </p:nvSpPr>
        <p:spPr>
          <a:xfrm>
            <a:off x="699840" y="1402920"/>
            <a:ext cx="501480" cy="588240"/>
          </a:xfrm>
          <a:prstGeom prst="rect">
            <a:avLst/>
          </a:prstGeom>
          <a:noFill/>
          <a:ln w="0">
            <a:noFill/>
          </a:ln>
        </p:spPr>
        <p:style>
          <a:lnRef idx="0"/>
          <a:fillRef idx="0"/>
          <a:effectRef idx="0"/>
          <a:fontRef idx="minor"/>
        </p:style>
        <p:txBody>
          <a:bodyPr tIns="91440" bIns="91440" anchor="t">
            <a:noAutofit/>
          </a:bodyPr>
          <a:p>
            <a:pPr>
              <a:lnSpc>
                <a:spcPct val="100000"/>
              </a:lnSpc>
              <a:tabLst>
                <a:tab pos="0" algn="l"/>
              </a:tabLst>
            </a:pPr>
            <a:r>
              <a:rPr lang="es-419" sz="3500" b="1" u="none" strike="noStrike">
                <a:solidFill>
                  <a:schemeClr val="dk1"/>
                </a:solidFill>
                <a:effectLst/>
                <a:uFillTx/>
                <a:latin typeface="Inter"/>
                <a:ea typeface="Inter"/>
              </a:rPr>
              <a:t>3</a:t>
            </a:r>
            <a:endParaRPr lang="es-MX" sz="3500" b="0" u="none" strike="noStrike">
              <a:solidFill>
                <a:srgbClr val="000000"/>
              </a:solidFill>
              <a:effectLst/>
              <a:uFillTx/>
              <a:latin typeface="Arial"/>
            </a:endParaRPr>
          </a:p>
        </p:txBody>
      </p:sp>
      <p:sp>
        <p:nvSpPr>
          <p:cNvPr id="195" name="Google Shape;860;p64"/>
          <p:cNvSpPr/>
          <p:nvPr/>
        </p:nvSpPr>
        <p:spPr>
          <a:xfrm>
            <a:off x="6975720" y="745560"/>
            <a:ext cx="1366920" cy="369000"/>
          </a:xfrm>
          <a:prstGeom prst="rect">
            <a:avLst/>
          </a:prstGeom>
          <a:noFill/>
          <a:ln w="0">
            <a:noFill/>
          </a:ln>
        </p:spPr>
        <p:style>
          <a:lnRef idx="0"/>
          <a:fillRef idx="0"/>
          <a:effectRef idx="0"/>
          <a:fontRef idx="minor"/>
        </p:style>
        <p:txBody>
          <a:bodyPr lIns="68400" tIns="34200" rIns="68400" bIns="34200" anchor="ctr">
            <a:noAutofit/>
          </a:bodyPr>
          <a:p>
            <a:pPr>
              <a:lnSpc>
                <a:spcPct val="100000"/>
              </a:lnSpc>
              <a:tabLst>
                <a:tab pos="0" algn="l"/>
              </a:tabLst>
            </a:pPr>
            <a:r>
              <a:rPr lang="es-419" sz="900" b="1" u="none" strike="noStrike">
                <a:solidFill>
                  <a:schemeClr val="dk1"/>
                </a:solidFill>
                <a:effectLst/>
                <a:uFillTx/>
                <a:latin typeface="Inter"/>
                <a:ea typeface="Inter"/>
              </a:rPr>
              <a:t>Lorem Ipsum</a:t>
            </a:r>
            <a:endParaRPr lang="es-MX" sz="900" b="0" u="none" strike="noStrike">
              <a:solidFill>
                <a:srgbClr val="000000"/>
              </a:solidFill>
              <a:effectLst/>
              <a:uFillTx/>
              <a:latin typeface="Arial"/>
            </a:endParaRPr>
          </a:p>
        </p:txBody>
      </p:sp>
      <p:sp>
        <p:nvSpPr>
          <p:cNvPr id="196" name="Google Shape;861;p64"/>
          <p:cNvSpPr/>
          <p:nvPr/>
        </p:nvSpPr>
        <p:spPr>
          <a:xfrm>
            <a:off x="6975720" y="2721600"/>
            <a:ext cx="1366920" cy="369000"/>
          </a:xfrm>
          <a:prstGeom prst="rect">
            <a:avLst/>
          </a:prstGeom>
          <a:noFill/>
          <a:ln w="0">
            <a:noFill/>
          </a:ln>
        </p:spPr>
        <p:style>
          <a:lnRef idx="0"/>
          <a:fillRef idx="0"/>
          <a:effectRef idx="0"/>
          <a:fontRef idx="minor"/>
        </p:style>
        <p:txBody>
          <a:bodyPr lIns="68400" tIns="34200" rIns="68400" bIns="34200" anchor="ctr">
            <a:noAutofit/>
          </a:bodyPr>
          <a:p>
            <a:pPr>
              <a:lnSpc>
                <a:spcPct val="100000"/>
              </a:lnSpc>
              <a:tabLst>
                <a:tab pos="0" algn="l"/>
              </a:tabLst>
            </a:pPr>
            <a:r>
              <a:rPr lang="es-419" sz="900" b="1" u="none" strike="noStrike">
                <a:solidFill>
                  <a:schemeClr val="dk1"/>
                </a:solidFill>
                <a:effectLst/>
                <a:uFillTx/>
                <a:latin typeface="Inter"/>
                <a:ea typeface="Inter"/>
              </a:rPr>
              <a:t>Lorem Ipsum</a:t>
            </a:r>
            <a:endParaRPr lang="es-MX" sz="900" b="0" u="none" strike="noStrike">
              <a:solidFill>
                <a:srgbClr val="000000"/>
              </a:solidFill>
              <a:effectLst/>
              <a:uFillTx/>
              <a:latin typeface="Arial"/>
            </a:endParaRPr>
          </a:p>
        </p:txBody>
      </p:sp>
      <p:grpSp>
        <p:nvGrpSpPr>
          <p:cNvPr id="197" name="Google Shape;862;p64"/>
          <p:cNvGrpSpPr/>
          <p:nvPr/>
        </p:nvGrpSpPr>
        <p:grpSpPr>
          <a:xfrm>
            <a:off x="3495960" y="1088640"/>
            <a:ext cx="2585520" cy="2369520"/>
            <a:chOff x="3495960" y="1088640"/>
            <a:chExt cx="2585520" cy="2369520"/>
          </a:xfrm>
        </p:grpSpPr>
        <p:grpSp>
          <p:nvGrpSpPr>
            <p:cNvPr id="198" name="Google Shape;863;p64"/>
            <p:cNvGrpSpPr/>
            <p:nvPr/>
          </p:nvGrpSpPr>
          <p:grpSpPr>
            <a:xfrm>
              <a:off x="3536640" y="1088640"/>
              <a:ext cx="2404080" cy="2369520"/>
              <a:chOff x="3536640" y="1088640"/>
              <a:chExt cx="2404080" cy="2369520"/>
            </a:xfrm>
          </p:grpSpPr>
          <p:pic>
            <p:nvPicPr>
              <p:cNvPr id="199" name="Google Shape;864;p64"/>
              <p:cNvPicPr/>
              <p:nvPr/>
            </p:nvPicPr>
            <p:blipFill>
              <a:blip r:embed="rId1"/>
              <a:stretch/>
            </p:blipFill>
            <p:spPr>
              <a:xfrm>
                <a:off x="3725280" y="1088640"/>
                <a:ext cx="1882800" cy="876600"/>
              </a:xfrm>
              <a:prstGeom prst="rect">
                <a:avLst/>
              </a:prstGeom>
              <a:noFill/>
              <a:ln w="0">
                <a:noFill/>
              </a:ln>
            </p:spPr>
          </p:pic>
          <p:pic>
            <p:nvPicPr>
              <p:cNvPr id="200" name="Google Shape;865;p64"/>
              <p:cNvPicPr/>
              <p:nvPr/>
            </p:nvPicPr>
            <p:blipFill>
              <a:blip r:embed="rId2"/>
              <a:stretch/>
            </p:blipFill>
            <p:spPr>
              <a:xfrm>
                <a:off x="4748040" y="1682280"/>
                <a:ext cx="1192680" cy="1755360"/>
              </a:xfrm>
              <a:prstGeom prst="rect">
                <a:avLst/>
              </a:prstGeom>
              <a:noFill/>
              <a:ln w="0">
                <a:noFill/>
              </a:ln>
            </p:spPr>
          </p:pic>
          <p:pic>
            <p:nvPicPr>
              <p:cNvPr id="201" name="Google Shape;866;p64"/>
              <p:cNvPicPr/>
              <p:nvPr/>
            </p:nvPicPr>
            <p:blipFill>
              <a:blip r:embed="rId3"/>
              <a:stretch/>
            </p:blipFill>
            <p:spPr>
              <a:xfrm>
                <a:off x="3536640" y="1908360"/>
                <a:ext cx="1261440" cy="1549800"/>
              </a:xfrm>
              <a:prstGeom prst="rect">
                <a:avLst/>
              </a:prstGeom>
              <a:noFill/>
              <a:ln w="0">
                <a:noFill/>
              </a:ln>
            </p:spPr>
          </p:pic>
        </p:grpSp>
        <p:sp>
          <p:nvSpPr>
            <p:cNvPr id="202" name="Google Shape;867;p64"/>
            <p:cNvSpPr/>
            <p:nvPr/>
          </p:nvSpPr>
          <p:spPr>
            <a:xfrm>
              <a:off x="4180680" y="1312200"/>
              <a:ext cx="1121400" cy="448920"/>
            </a:xfrm>
            <a:prstGeom prst="rect">
              <a:avLst/>
            </a:prstGeom>
            <a:noFill/>
            <a:ln w="0">
              <a:noFill/>
            </a:ln>
          </p:spPr>
          <p:style>
            <a:lnRef idx="0"/>
            <a:fillRef idx="0"/>
            <a:effectRef idx="0"/>
            <a:fontRef idx="minor"/>
          </p:style>
          <p:txBody>
            <a:bodyPr lIns="68400" tIns="34200" rIns="68400" bIns="34200" anchor="t">
              <a:noAutofit/>
            </a:bodyPr>
            <a:p>
              <a:pPr algn="ctr">
                <a:lnSpc>
                  <a:spcPct val="100000"/>
                </a:lnSpc>
                <a:tabLst>
                  <a:tab pos="0" algn="l"/>
                </a:tabLst>
              </a:pPr>
              <a:r>
                <a:rPr lang="es-419" sz="1100" b="1" u="none" strike="noStrike">
                  <a:solidFill>
                    <a:schemeClr val="dk1"/>
                  </a:solidFill>
                  <a:effectLst/>
                  <a:uFillTx/>
                  <a:latin typeface="Inter"/>
                  <a:ea typeface="Inter"/>
                </a:rPr>
                <a:t>Experiencia</a:t>
              </a:r>
              <a:endParaRPr lang="es-MX" sz="1100" b="0" u="none" strike="noStrike">
                <a:solidFill>
                  <a:srgbClr val="000000"/>
                </a:solidFill>
                <a:effectLst/>
                <a:uFillTx/>
                <a:latin typeface="Arial"/>
              </a:endParaRPr>
            </a:p>
          </p:txBody>
        </p:sp>
        <p:sp>
          <p:nvSpPr>
            <p:cNvPr id="203" name="Google Shape;868;p64"/>
            <p:cNvSpPr/>
            <p:nvPr/>
          </p:nvSpPr>
          <p:spPr>
            <a:xfrm rot="3207000">
              <a:off x="3490920" y="2647440"/>
              <a:ext cx="916200" cy="448920"/>
            </a:xfrm>
            <a:prstGeom prst="rect">
              <a:avLst/>
            </a:prstGeom>
            <a:noFill/>
            <a:ln w="0">
              <a:noFill/>
            </a:ln>
          </p:spPr>
          <p:style>
            <a:lnRef idx="0"/>
            <a:fillRef idx="0"/>
            <a:effectRef idx="0"/>
            <a:fontRef idx="minor"/>
          </p:style>
          <p:txBody>
            <a:bodyPr lIns="68400" tIns="34200" rIns="68400" bIns="34200" anchor="t">
              <a:noAutofit/>
            </a:bodyPr>
            <a:p>
              <a:pPr algn="ctr">
                <a:lnSpc>
                  <a:spcPct val="100000"/>
                </a:lnSpc>
                <a:tabLst>
                  <a:tab pos="0" algn="l"/>
                </a:tabLst>
              </a:pPr>
              <a:r>
                <a:rPr lang="es-419" sz="1100" b="1" u="none" strike="noStrike">
                  <a:solidFill>
                    <a:schemeClr val="dk1"/>
                  </a:solidFill>
                  <a:effectLst/>
                  <a:uFillTx/>
                  <a:latin typeface="Inter"/>
                  <a:ea typeface="Inter"/>
                </a:rPr>
                <a:t>Confianza</a:t>
              </a:r>
              <a:endParaRPr lang="es-MX" sz="1100" b="0" u="none" strike="noStrike">
                <a:solidFill>
                  <a:srgbClr val="000000"/>
                </a:solidFill>
                <a:effectLst/>
                <a:uFillTx/>
                <a:latin typeface="Arial"/>
              </a:endParaRPr>
            </a:p>
          </p:txBody>
        </p:sp>
        <p:sp>
          <p:nvSpPr>
            <p:cNvPr id="204" name="Google Shape;869;p64"/>
            <p:cNvSpPr/>
            <p:nvPr/>
          </p:nvSpPr>
          <p:spPr>
            <a:xfrm rot="17952600">
              <a:off x="5203800" y="2508840"/>
              <a:ext cx="916200" cy="448920"/>
            </a:xfrm>
            <a:prstGeom prst="rect">
              <a:avLst/>
            </a:prstGeom>
            <a:noFill/>
            <a:ln w="0">
              <a:noFill/>
            </a:ln>
          </p:spPr>
          <p:style>
            <a:lnRef idx="0"/>
            <a:fillRef idx="0"/>
            <a:effectRef idx="0"/>
            <a:fontRef idx="minor"/>
          </p:style>
          <p:txBody>
            <a:bodyPr lIns="68400" tIns="34200" rIns="68400" bIns="34200" anchor="t">
              <a:noAutofit/>
            </a:bodyPr>
            <a:p>
              <a:pPr algn="ctr">
                <a:lnSpc>
                  <a:spcPct val="100000"/>
                </a:lnSpc>
                <a:tabLst>
                  <a:tab pos="0" algn="l"/>
                </a:tabLst>
              </a:pPr>
              <a:r>
                <a:rPr lang="es-419" sz="1100" b="1" u="none" strike="noStrike">
                  <a:solidFill>
                    <a:schemeClr val="dk1"/>
                  </a:solidFill>
                  <a:effectLst/>
                  <a:uFillTx/>
                  <a:latin typeface="Inter"/>
                  <a:ea typeface="Inter"/>
                </a:rPr>
                <a:t>Seguridad</a:t>
              </a:r>
              <a:endParaRPr lang="es-MX" sz="1100" b="0" u="none" strike="noStrike">
                <a:solidFill>
                  <a:srgbClr val="000000"/>
                </a:solidFill>
                <a:effectLst/>
                <a:uFillTx/>
                <a:latin typeface="Arial"/>
              </a:endParaRPr>
            </a:p>
          </p:txBody>
        </p:sp>
      </p:grpSp>
      <p:grpSp>
        <p:nvGrpSpPr>
          <p:cNvPr id="205" name="Google Shape;870;p64"/>
          <p:cNvGrpSpPr/>
          <p:nvPr/>
        </p:nvGrpSpPr>
        <p:grpSpPr>
          <a:xfrm>
            <a:off x="4295880" y="2165400"/>
            <a:ext cx="946800" cy="235800"/>
            <a:chOff x="4295880" y="2165400"/>
            <a:chExt cx="946800" cy="235800"/>
          </a:xfrm>
        </p:grpSpPr>
        <p:sp>
          <p:nvSpPr>
            <p:cNvPr id="206" name="Google Shape;871;p64"/>
            <p:cNvSpPr/>
            <p:nvPr/>
          </p:nvSpPr>
          <p:spPr>
            <a:xfrm>
              <a:off x="4295880" y="2262600"/>
              <a:ext cx="162720" cy="138600"/>
            </a:xfrm>
            <a:custGeom>
              <a:avLst/>
              <a:gdLst>
                <a:gd name="textAreaLeft" fmla="*/ 0 w 162720"/>
                <a:gd name="textAreaRight" fmla="*/ 163080 w 162720"/>
                <a:gd name="textAreaTop" fmla="*/ 0 h 138600"/>
                <a:gd name="textAreaBottom" fmla="*/ 138960 h 138600"/>
              </a:gdLst>
              <a:ahLst/>
              <a:cxnLst/>
              <a:rect l="textAreaLeft" t="textAreaTop" r="textAreaRight" b="textAreaBottom"/>
              <a:pathLst>
                <a:path w="38908" h="33168">
                  <a:moveTo>
                    <a:pt x="19411" y="1"/>
                  </a:moveTo>
                  <a:cubicBezTo>
                    <a:pt x="18543" y="1"/>
                    <a:pt x="17667" y="585"/>
                    <a:pt x="16979" y="1754"/>
                  </a:cubicBezTo>
                  <a:lnTo>
                    <a:pt x="1307" y="28974"/>
                  </a:lnTo>
                  <a:cubicBezTo>
                    <a:pt x="1" y="31243"/>
                    <a:pt x="1101" y="33167"/>
                    <a:pt x="3713" y="33167"/>
                  </a:cubicBezTo>
                  <a:lnTo>
                    <a:pt x="35195" y="33099"/>
                  </a:lnTo>
                  <a:cubicBezTo>
                    <a:pt x="37808" y="33099"/>
                    <a:pt x="38907" y="31243"/>
                    <a:pt x="37533" y="28974"/>
                  </a:cubicBezTo>
                  <a:lnTo>
                    <a:pt x="21791" y="1754"/>
                  </a:lnTo>
                  <a:cubicBezTo>
                    <a:pt x="21138" y="585"/>
                    <a:pt x="20279" y="1"/>
                    <a:pt x="19411" y="1"/>
                  </a:cubicBezTo>
                  <a:close/>
                </a:path>
              </a:pathLst>
            </a:custGeom>
            <a:solidFill>
              <a:srgbClr val="FFFFFF"/>
            </a:solidFill>
            <a:ln w="0">
              <a:noFill/>
            </a:ln>
          </p:spPr>
          <p:style>
            <a:lnRef idx="0"/>
            <a:fillRef idx="0"/>
            <a:effectRef idx="0"/>
            <a:fontRef idx="minor"/>
          </p:style>
          <p:txBody>
            <a:bodyPr lIns="68400" tIns="68400" rIns="68400" bIns="68400" anchor="ctr">
              <a:noAutofit/>
            </a:bodyPr>
            <a:p>
              <a:endParaRPr lang="es-MX" sz="1400" b="0" u="none" strike="noStrike">
                <a:solidFill>
                  <a:srgbClr val="000000"/>
                </a:solidFill>
                <a:effectLst/>
                <a:uFillTx/>
                <a:latin typeface="Arial"/>
              </a:endParaRPr>
            </a:p>
          </p:txBody>
        </p:sp>
        <p:sp>
          <p:nvSpPr>
            <p:cNvPr id="207" name="Google Shape;872;p64"/>
            <p:cNvSpPr/>
            <p:nvPr/>
          </p:nvSpPr>
          <p:spPr>
            <a:xfrm>
              <a:off x="4318920" y="2165400"/>
              <a:ext cx="143640" cy="156240"/>
            </a:xfrm>
            <a:custGeom>
              <a:avLst/>
              <a:gdLst>
                <a:gd name="textAreaLeft" fmla="*/ 0 w 143640"/>
                <a:gd name="textAreaRight" fmla="*/ 144000 w 143640"/>
                <a:gd name="textAreaTop" fmla="*/ 0 h 156240"/>
                <a:gd name="textAreaBottom" fmla="*/ 156600 h 156240"/>
              </a:gdLst>
              <a:ahLst/>
              <a:cxnLst/>
              <a:rect l="textAreaLeft" t="textAreaTop" r="textAreaRight" b="textAreaBottom"/>
              <a:pathLst>
                <a:path w="34334" h="37369">
                  <a:moveTo>
                    <a:pt x="30674" y="1"/>
                  </a:moveTo>
                  <a:cubicBezTo>
                    <a:pt x="30103" y="1"/>
                    <a:pt x="29465" y="196"/>
                    <a:pt x="28802" y="611"/>
                  </a:cubicBezTo>
                  <a:lnTo>
                    <a:pt x="2200" y="17452"/>
                  </a:lnTo>
                  <a:cubicBezTo>
                    <a:pt x="0" y="18827"/>
                    <a:pt x="69" y="20957"/>
                    <a:pt x="2337" y="22195"/>
                  </a:cubicBezTo>
                  <a:lnTo>
                    <a:pt x="10586" y="26525"/>
                  </a:lnTo>
                  <a:lnTo>
                    <a:pt x="11548" y="24876"/>
                  </a:lnTo>
                  <a:cubicBezTo>
                    <a:pt x="12236" y="23707"/>
                    <a:pt x="13112" y="23123"/>
                    <a:pt x="13980" y="23123"/>
                  </a:cubicBezTo>
                  <a:cubicBezTo>
                    <a:pt x="14848" y="23123"/>
                    <a:pt x="15707" y="23707"/>
                    <a:pt x="16360" y="24876"/>
                  </a:cubicBezTo>
                  <a:lnTo>
                    <a:pt x="20347" y="31681"/>
                  </a:lnTo>
                  <a:lnTo>
                    <a:pt x="30177" y="36905"/>
                  </a:lnTo>
                  <a:cubicBezTo>
                    <a:pt x="30804" y="37219"/>
                    <a:pt x="31397" y="37369"/>
                    <a:pt x="31926" y="37369"/>
                  </a:cubicBezTo>
                  <a:cubicBezTo>
                    <a:pt x="33367" y="37369"/>
                    <a:pt x="34333" y="36254"/>
                    <a:pt x="34232" y="34293"/>
                  </a:cubicBezTo>
                  <a:lnTo>
                    <a:pt x="33064" y="2879"/>
                  </a:lnTo>
                  <a:cubicBezTo>
                    <a:pt x="32968" y="1054"/>
                    <a:pt x="31999" y="1"/>
                    <a:pt x="30674" y="1"/>
                  </a:cubicBezTo>
                  <a:close/>
                </a:path>
              </a:pathLst>
            </a:custGeom>
            <a:solidFill>
              <a:srgbClr val="F6A800"/>
            </a:solidFill>
            <a:ln w="0">
              <a:noFill/>
            </a:ln>
          </p:spPr>
          <p:style>
            <a:lnRef idx="0"/>
            <a:fillRef idx="0"/>
            <a:effectRef idx="0"/>
            <a:fontRef idx="minor"/>
          </p:style>
          <p:txBody>
            <a:bodyPr lIns="68400" tIns="68400" rIns="68400" bIns="68400" anchor="ctr">
              <a:noAutofit/>
            </a:bodyPr>
            <a:p>
              <a:endParaRPr lang="es-MX" sz="1400" b="0" u="none" strike="noStrike">
                <a:solidFill>
                  <a:srgbClr val="000000"/>
                </a:solidFill>
                <a:effectLst/>
                <a:uFillTx/>
                <a:latin typeface="Arial"/>
              </a:endParaRPr>
            </a:p>
          </p:txBody>
        </p:sp>
        <p:sp>
          <p:nvSpPr>
            <p:cNvPr id="208" name="Google Shape;873;p64"/>
            <p:cNvSpPr/>
            <p:nvPr/>
          </p:nvSpPr>
          <p:spPr>
            <a:xfrm>
              <a:off x="4295880" y="2262600"/>
              <a:ext cx="162720" cy="138600"/>
            </a:xfrm>
            <a:custGeom>
              <a:avLst/>
              <a:gdLst>
                <a:gd name="textAreaLeft" fmla="*/ 0 w 162720"/>
                <a:gd name="textAreaRight" fmla="*/ 163080 w 162720"/>
                <a:gd name="textAreaTop" fmla="*/ 0 h 138600"/>
                <a:gd name="textAreaBottom" fmla="*/ 138960 h 138600"/>
              </a:gdLst>
              <a:ahLst/>
              <a:cxnLst/>
              <a:rect l="textAreaLeft" t="textAreaTop" r="textAreaRight" b="textAreaBottom"/>
              <a:pathLst>
                <a:path w="38908" h="33168">
                  <a:moveTo>
                    <a:pt x="19411" y="1"/>
                  </a:moveTo>
                  <a:cubicBezTo>
                    <a:pt x="18543" y="1"/>
                    <a:pt x="17667" y="585"/>
                    <a:pt x="16979" y="1754"/>
                  </a:cubicBezTo>
                  <a:lnTo>
                    <a:pt x="1307" y="28974"/>
                  </a:lnTo>
                  <a:cubicBezTo>
                    <a:pt x="1" y="31243"/>
                    <a:pt x="1101" y="33167"/>
                    <a:pt x="3713" y="33167"/>
                  </a:cubicBezTo>
                  <a:lnTo>
                    <a:pt x="35195" y="33099"/>
                  </a:lnTo>
                  <a:cubicBezTo>
                    <a:pt x="37808" y="33099"/>
                    <a:pt x="38907" y="31243"/>
                    <a:pt x="37533" y="28974"/>
                  </a:cubicBezTo>
                  <a:lnTo>
                    <a:pt x="21791" y="1754"/>
                  </a:lnTo>
                  <a:cubicBezTo>
                    <a:pt x="21138" y="585"/>
                    <a:pt x="20279" y="1"/>
                    <a:pt x="19411" y="1"/>
                  </a:cubicBezTo>
                  <a:close/>
                </a:path>
              </a:pathLst>
            </a:custGeom>
            <a:solidFill>
              <a:srgbClr val="707271"/>
            </a:solidFill>
            <a:ln w="0">
              <a:noFill/>
            </a:ln>
          </p:spPr>
          <p:style>
            <a:lnRef idx="0"/>
            <a:fillRef idx="0"/>
            <a:effectRef idx="0"/>
            <a:fontRef idx="minor"/>
          </p:style>
          <p:txBody>
            <a:bodyPr lIns="68400" tIns="68400" rIns="68400" bIns="68400" anchor="ctr">
              <a:noAutofit/>
            </a:bodyPr>
            <a:p>
              <a:endParaRPr lang="es-MX" sz="1400" b="0" u="none" strike="noStrike">
                <a:solidFill>
                  <a:srgbClr val="FFFFFF"/>
                </a:solidFill>
                <a:effectLst/>
                <a:uFillTx/>
                <a:latin typeface="Arial"/>
              </a:endParaRPr>
            </a:p>
          </p:txBody>
        </p:sp>
        <p:sp>
          <p:nvSpPr>
            <p:cNvPr id="209" name="Google Shape;874;p64"/>
            <p:cNvSpPr/>
            <p:nvPr/>
          </p:nvSpPr>
          <p:spPr>
            <a:xfrm>
              <a:off x="4296960" y="2207520"/>
              <a:ext cx="156960" cy="150840"/>
            </a:xfrm>
            <a:custGeom>
              <a:avLst/>
              <a:gdLst>
                <a:gd name="textAreaLeft" fmla="*/ 0 w 156960"/>
                <a:gd name="textAreaRight" fmla="*/ 157320 w 156960"/>
                <a:gd name="textAreaTop" fmla="*/ 0 h 150840"/>
                <a:gd name="textAreaBottom" fmla="*/ 151200 h 150840"/>
              </a:gdLst>
              <a:ahLst/>
              <a:cxnLst/>
              <a:rect l="textAreaLeft" t="textAreaTop" r="textAreaRight" b="textAreaBottom"/>
              <a:pathLst>
                <a:path w="37577" h="36118">
                  <a:moveTo>
                    <a:pt x="25915" y="0"/>
                  </a:moveTo>
                  <a:cubicBezTo>
                    <a:pt x="25193" y="0"/>
                    <a:pt x="24402" y="374"/>
                    <a:pt x="23646" y="1158"/>
                  </a:cubicBezTo>
                  <a:lnTo>
                    <a:pt x="1787" y="23773"/>
                  </a:lnTo>
                  <a:cubicBezTo>
                    <a:pt x="0" y="25629"/>
                    <a:pt x="550" y="27760"/>
                    <a:pt x="3093" y="28378"/>
                  </a:cubicBezTo>
                  <a:lnTo>
                    <a:pt x="8249" y="29616"/>
                  </a:lnTo>
                  <a:lnTo>
                    <a:pt x="16772" y="14905"/>
                  </a:lnTo>
                  <a:cubicBezTo>
                    <a:pt x="17425" y="13771"/>
                    <a:pt x="18302" y="13204"/>
                    <a:pt x="19178" y="13204"/>
                  </a:cubicBezTo>
                  <a:cubicBezTo>
                    <a:pt x="20055" y="13204"/>
                    <a:pt x="20931" y="13771"/>
                    <a:pt x="21584" y="14905"/>
                  </a:cubicBezTo>
                  <a:lnTo>
                    <a:pt x="33751" y="36008"/>
                  </a:lnTo>
                  <a:cubicBezTo>
                    <a:pt x="34083" y="36082"/>
                    <a:pt x="34397" y="36118"/>
                    <a:pt x="34689" y="36118"/>
                  </a:cubicBezTo>
                  <a:cubicBezTo>
                    <a:pt x="36575" y="36118"/>
                    <a:pt x="37577" y="34645"/>
                    <a:pt x="36982" y="32503"/>
                  </a:cubicBezTo>
                  <a:lnTo>
                    <a:pt x="28321" y="2257"/>
                  </a:lnTo>
                  <a:cubicBezTo>
                    <a:pt x="27873" y="791"/>
                    <a:pt x="26966" y="0"/>
                    <a:pt x="25915" y="0"/>
                  </a:cubicBezTo>
                  <a:close/>
                </a:path>
              </a:pathLst>
            </a:custGeom>
            <a:solidFill>
              <a:srgbClr val="B5A36A"/>
            </a:solidFill>
            <a:ln w="0">
              <a:noFill/>
            </a:ln>
          </p:spPr>
          <p:style>
            <a:lnRef idx="0"/>
            <a:fillRef idx="0"/>
            <a:effectRef idx="0"/>
            <a:fontRef idx="minor"/>
          </p:style>
          <p:txBody>
            <a:bodyPr lIns="68400" tIns="68400" rIns="68400" bIns="68400" anchor="ctr">
              <a:noAutofit/>
            </a:bodyPr>
            <a:p>
              <a:endParaRPr lang="es-MX" sz="1400" b="0" u="none" strike="noStrike">
                <a:solidFill>
                  <a:srgbClr val="000000"/>
                </a:solidFill>
                <a:effectLst/>
                <a:uFillTx/>
                <a:latin typeface="Arial"/>
              </a:endParaRPr>
            </a:p>
          </p:txBody>
        </p:sp>
        <p:sp>
          <p:nvSpPr>
            <p:cNvPr id="210" name="Google Shape;875;p64"/>
            <p:cNvSpPr/>
            <p:nvPr/>
          </p:nvSpPr>
          <p:spPr>
            <a:xfrm>
              <a:off x="4707360" y="2207160"/>
              <a:ext cx="183240" cy="193680"/>
            </a:xfrm>
            <a:custGeom>
              <a:avLst/>
              <a:gdLst>
                <a:gd name="textAreaLeft" fmla="*/ 0 w 183240"/>
                <a:gd name="textAreaRight" fmla="*/ 183600 w 183240"/>
                <a:gd name="textAreaTop" fmla="*/ 0 h 193680"/>
                <a:gd name="textAreaBottom" fmla="*/ 194040 h 193680"/>
              </a:gdLst>
              <a:ahLst/>
              <a:cxnLst/>
              <a:rect l="textAreaLeft" t="textAreaTop" r="textAreaRight" b="textAreaBottom"/>
              <a:pathLst>
                <a:path w="43788" h="46283">
                  <a:moveTo>
                    <a:pt x="21860" y="10655"/>
                  </a:moveTo>
                  <a:cubicBezTo>
                    <a:pt x="22204" y="10655"/>
                    <a:pt x="22479" y="10861"/>
                    <a:pt x="22547" y="11136"/>
                  </a:cubicBezTo>
                  <a:lnTo>
                    <a:pt x="28528" y="26190"/>
                  </a:lnTo>
                  <a:cubicBezTo>
                    <a:pt x="28734" y="26809"/>
                    <a:pt x="28321" y="27358"/>
                    <a:pt x="27840" y="27427"/>
                  </a:cubicBezTo>
                  <a:lnTo>
                    <a:pt x="15880" y="27427"/>
                  </a:lnTo>
                  <a:cubicBezTo>
                    <a:pt x="15398" y="27358"/>
                    <a:pt x="14986" y="26809"/>
                    <a:pt x="15192" y="26190"/>
                  </a:cubicBezTo>
                  <a:lnTo>
                    <a:pt x="21173" y="11136"/>
                  </a:lnTo>
                  <a:cubicBezTo>
                    <a:pt x="21310" y="10861"/>
                    <a:pt x="21585" y="10655"/>
                    <a:pt x="21860" y="10655"/>
                  </a:cubicBezTo>
                  <a:close/>
                  <a:moveTo>
                    <a:pt x="21860" y="0"/>
                  </a:moveTo>
                  <a:cubicBezTo>
                    <a:pt x="18904" y="0"/>
                    <a:pt x="16430" y="1856"/>
                    <a:pt x="15398" y="4400"/>
                  </a:cubicBezTo>
                  <a:lnTo>
                    <a:pt x="757" y="40900"/>
                  </a:lnTo>
                  <a:cubicBezTo>
                    <a:pt x="1" y="42894"/>
                    <a:pt x="963" y="45231"/>
                    <a:pt x="2957" y="45987"/>
                  </a:cubicBezTo>
                  <a:cubicBezTo>
                    <a:pt x="3458" y="46187"/>
                    <a:pt x="3972" y="46282"/>
                    <a:pt x="4475" y="46282"/>
                  </a:cubicBezTo>
                  <a:cubicBezTo>
                    <a:pt x="6037" y="46282"/>
                    <a:pt x="7488" y="45364"/>
                    <a:pt x="8112" y="43856"/>
                  </a:cubicBezTo>
                  <a:lnTo>
                    <a:pt x="10724" y="37326"/>
                  </a:lnTo>
                  <a:cubicBezTo>
                    <a:pt x="11315" y="35816"/>
                    <a:pt x="12783" y="35121"/>
                    <a:pt x="14350" y="35121"/>
                  </a:cubicBezTo>
                  <a:cubicBezTo>
                    <a:pt x="14424" y="35121"/>
                    <a:pt x="14499" y="35123"/>
                    <a:pt x="14574" y="35126"/>
                  </a:cubicBezTo>
                  <a:lnTo>
                    <a:pt x="29215" y="35126"/>
                  </a:lnTo>
                  <a:cubicBezTo>
                    <a:pt x="31002" y="35126"/>
                    <a:pt x="32377" y="35745"/>
                    <a:pt x="33064" y="37326"/>
                  </a:cubicBezTo>
                  <a:lnTo>
                    <a:pt x="35677" y="43856"/>
                  </a:lnTo>
                  <a:cubicBezTo>
                    <a:pt x="36301" y="45364"/>
                    <a:pt x="37752" y="46282"/>
                    <a:pt x="39284" y="46282"/>
                  </a:cubicBezTo>
                  <a:cubicBezTo>
                    <a:pt x="39777" y="46282"/>
                    <a:pt x="40278" y="46187"/>
                    <a:pt x="40763" y="45987"/>
                  </a:cubicBezTo>
                  <a:cubicBezTo>
                    <a:pt x="42825" y="45231"/>
                    <a:pt x="43788" y="42894"/>
                    <a:pt x="42963" y="40900"/>
                  </a:cubicBezTo>
                  <a:lnTo>
                    <a:pt x="28390" y="4400"/>
                  </a:lnTo>
                  <a:cubicBezTo>
                    <a:pt x="27359" y="1856"/>
                    <a:pt x="24816" y="0"/>
                    <a:pt x="21860" y="0"/>
                  </a:cubicBezTo>
                  <a:close/>
                </a:path>
              </a:pathLst>
            </a:custGeom>
            <a:solidFill>
              <a:srgbClr val="707271"/>
            </a:solidFill>
            <a:ln w="0">
              <a:noFill/>
            </a:ln>
          </p:spPr>
          <p:style>
            <a:lnRef idx="0"/>
            <a:fillRef idx="0"/>
            <a:effectRef idx="0"/>
            <a:fontRef idx="minor"/>
          </p:style>
          <p:txBody>
            <a:bodyPr lIns="68400" tIns="68400" rIns="68400" bIns="68400" anchor="ctr">
              <a:noAutofit/>
            </a:bodyPr>
            <a:p>
              <a:endParaRPr lang="es-MX" sz="1400" b="0" u="none" strike="noStrike">
                <a:solidFill>
                  <a:srgbClr val="FFFFFF"/>
                </a:solidFill>
                <a:effectLst/>
                <a:uFillTx/>
                <a:latin typeface="Arial"/>
              </a:endParaRPr>
            </a:p>
          </p:txBody>
        </p:sp>
        <p:sp>
          <p:nvSpPr>
            <p:cNvPr id="211" name="Google Shape;876;p64"/>
            <p:cNvSpPr/>
            <p:nvPr/>
          </p:nvSpPr>
          <p:spPr>
            <a:xfrm>
              <a:off x="5087520" y="2210040"/>
              <a:ext cx="155160" cy="189360"/>
            </a:xfrm>
            <a:custGeom>
              <a:avLst/>
              <a:gdLst>
                <a:gd name="textAreaLeft" fmla="*/ 0 w 155160"/>
                <a:gd name="textAreaRight" fmla="*/ 155520 w 155160"/>
                <a:gd name="textAreaTop" fmla="*/ 0 h 189360"/>
                <a:gd name="textAreaBottom" fmla="*/ 189720 h 189360"/>
              </a:gdLst>
              <a:ahLst/>
              <a:cxnLst/>
              <a:rect l="textAreaLeft" t="textAreaTop" r="textAreaRight" b="textAreaBottom"/>
              <a:pathLst>
                <a:path w="37121" h="45300">
                  <a:moveTo>
                    <a:pt x="20210" y="1"/>
                  </a:moveTo>
                  <a:cubicBezTo>
                    <a:pt x="10999" y="1"/>
                    <a:pt x="1" y="3987"/>
                    <a:pt x="1" y="22685"/>
                  </a:cubicBezTo>
                  <a:cubicBezTo>
                    <a:pt x="1" y="41382"/>
                    <a:pt x="10999" y="45300"/>
                    <a:pt x="20210" y="45300"/>
                  </a:cubicBezTo>
                  <a:lnTo>
                    <a:pt x="33202" y="45300"/>
                  </a:lnTo>
                  <a:cubicBezTo>
                    <a:pt x="35402" y="45300"/>
                    <a:pt x="37120" y="43581"/>
                    <a:pt x="37120" y="41382"/>
                  </a:cubicBezTo>
                  <a:cubicBezTo>
                    <a:pt x="37120" y="39182"/>
                    <a:pt x="35402" y="37464"/>
                    <a:pt x="33202" y="37464"/>
                  </a:cubicBezTo>
                  <a:lnTo>
                    <a:pt x="20210" y="37464"/>
                  </a:lnTo>
                  <a:cubicBezTo>
                    <a:pt x="12649" y="37464"/>
                    <a:pt x="8937" y="34233"/>
                    <a:pt x="8112" y="26603"/>
                  </a:cubicBezTo>
                  <a:lnTo>
                    <a:pt x="32033" y="26603"/>
                  </a:lnTo>
                  <a:cubicBezTo>
                    <a:pt x="34164" y="26603"/>
                    <a:pt x="35952" y="24815"/>
                    <a:pt x="35952" y="22685"/>
                  </a:cubicBezTo>
                  <a:cubicBezTo>
                    <a:pt x="35952" y="20485"/>
                    <a:pt x="34164" y="18766"/>
                    <a:pt x="32033" y="18766"/>
                  </a:cubicBezTo>
                  <a:lnTo>
                    <a:pt x="8112" y="18766"/>
                  </a:lnTo>
                  <a:cubicBezTo>
                    <a:pt x="8937" y="11068"/>
                    <a:pt x="12649" y="7906"/>
                    <a:pt x="20210" y="7906"/>
                  </a:cubicBezTo>
                  <a:lnTo>
                    <a:pt x="33202" y="7906"/>
                  </a:lnTo>
                  <a:cubicBezTo>
                    <a:pt x="35402" y="7906"/>
                    <a:pt x="37120" y="6118"/>
                    <a:pt x="37120" y="3987"/>
                  </a:cubicBezTo>
                  <a:cubicBezTo>
                    <a:pt x="37120" y="1788"/>
                    <a:pt x="35402" y="1"/>
                    <a:pt x="33202" y="1"/>
                  </a:cubicBezTo>
                  <a:close/>
                </a:path>
              </a:pathLst>
            </a:custGeom>
            <a:solidFill>
              <a:srgbClr val="707271"/>
            </a:solidFill>
            <a:ln w="0">
              <a:noFill/>
            </a:ln>
          </p:spPr>
          <p:style>
            <a:lnRef idx="0"/>
            <a:fillRef idx="0"/>
            <a:effectRef idx="0"/>
            <a:fontRef idx="minor"/>
          </p:style>
          <p:txBody>
            <a:bodyPr lIns="68400" tIns="68400" rIns="68400" bIns="68400" anchor="ctr">
              <a:noAutofit/>
            </a:bodyPr>
            <a:p>
              <a:endParaRPr lang="es-MX" sz="1400" b="0" u="none" strike="noStrike">
                <a:solidFill>
                  <a:srgbClr val="FFFFFF"/>
                </a:solidFill>
                <a:effectLst/>
                <a:uFillTx/>
                <a:latin typeface="Arial"/>
              </a:endParaRPr>
            </a:p>
          </p:txBody>
        </p:sp>
        <p:sp>
          <p:nvSpPr>
            <p:cNvPr id="212" name="Google Shape;877;p64"/>
            <p:cNvSpPr/>
            <p:nvPr/>
          </p:nvSpPr>
          <p:spPr>
            <a:xfrm>
              <a:off x="4527720" y="2210040"/>
              <a:ext cx="165960" cy="189360"/>
            </a:xfrm>
            <a:custGeom>
              <a:avLst/>
              <a:gdLst>
                <a:gd name="textAreaLeft" fmla="*/ 0 w 165960"/>
                <a:gd name="textAreaRight" fmla="*/ 166320 w 165960"/>
                <a:gd name="textAreaTop" fmla="*/ 0 h 189360"/>
                <a:gd name="textAreaBottom" fmla="*/ 189720 h 189360"/>
              </a:gdLst>
              <a:ahLst/>
              <a:cxnLst/>
              <a:rect l="textAreaLeft" t="textAreaTop" r="textAreaRight" b="textAreaBottom"/>
              <a:pathLst>
                <a:path w="39663" h="45300">
                  <a:moveTo>
                    <a:pt x="25296" y="7906"/>
                  </a:moveTo>
                  <a:cubicBezTo>
                    <a:pt x="28252" y="7906"/>
                    <a:pt x="30727" y="10311"/>
                    <a:pt x="30727" y="13336"/>
                  </a:cubicBezTo>
                  <a:cubicBezTo>
                    <a:pt x="30727" y="16292"/>
                    <a:pt x="28321" y="18698"/>
                    <a:pt x="25365" y="18766"/>
                  </a:cubicBezTo>
                  <a:lnTo>
                    <a:pt x="7218" y="18766"/>
                  </a:lnTo>
                  <a:lnTo>
                    <a:pt x="7218" y="7906"/>
                  </a:lnTo>
                  <a:close/>
                  <a:moveTo>
                    <a:pt x="25984" y="26603"/>
                  </a:moveTo>
                  <a:cubicBezTo>
                    <a:pt x="28939" y="26671"/>
                    <a:pt x="31345" y="29077"/>
                    <a:pt x="31345" y="32033"/>
                  </a:cubicBezTo>
                  <a:cubicBezTo>
                    <a:pt x="31345" y="34989"/>
                    <a:pt x="28871" y="37464"/>
                    <a:pt x="25915" y="37464"/>
                  </a:cubicBezTo>
                  <a:lnTo>
                    <a:pt x="7218" y="37464"/>
                  </a:lnTo>
                  <a:lnTo>
                    <a:pt x="7218" y="26603"/>
                  </a:lnTo>
                  <a:close/>
                  <a:moveTo>
                    <a:pt x="2406" y="1"/>
                  </a:moveTo>
                  <a:cubicBezTo>
                    <a:pt x="1031" y="1"/>
                    <a:pt x="0" y="1100"/>
                    <a:pt x="0" y="2475"/>
                  </a:cubicBezTo>
                  <a:cubicBezTo>
                    <a:pt x="0" y="2475"/>
                    <a:pt x="0" y="2475"/>
                    <a:pt x="0" y="2544"/>
                  </a:cubicBezTo>
                  <a:lnTo>
                    <a:pt x="0" y="42825"/>
                  </a:lnTo>
                  <a:cubicBezTo>
                    <a:pt x="0" y="42825"/>
                    <a:pt x="0" y="42894"/>
                    <a:pt x="0" y="42894"/>
                  </a:cubicBezTo>
                  <a:cubicBezTo>
                    <a:pt x="0" y="44200"/>
                    <a:pt x="1031" y="45300"/>
                    <a:pt x="2406" y="45300"/>
                  </a:cubicBezTo>
                  <a:lnTo>
                    <a:pt x="25296" y="45300"/>
                  </a:lnTo>
                  <a:cubicBezTo>
                    <a:pt x="33339" y="45300"/>
                    <a:pt x="39663" y="41038"/>
                    <a:pt x="39663" y="32721"/>
                  </a:cubicBezTo>
                  <a:cubicBezTo>
                    <a:pt x="39663" y="27840"/>
                    <a:pt x="36638" y="24472"/>
                    <a:pt x="33270" y="22685"/>
                  </a:cubicBezTo>
                  <a:cubicBezTo>
                    <a:pt x="36363" y="20897"/>
                    <a:pt x="39044" y="16773"/>
                    <a:pt x="39044" y="12855"/>
                  </a:cubicBezTo>
                  <a:cubicBezTo>
                    <a:pt x="39044" y="5362"/>
                    <a:pt x="33751" y="1"/>
                    <a:pt x="25296" y="1"/>
                  </a:cubicBezTo>
                  <a:close/>
                </a:path>
              </a:pathLst>
            </a:custGeom>
            <a:solidFill>
              <a:srgbClr val="707271"/>
            </a:solidFill>
            <a:ln w="0">
              <a:noFill/>
            </a:ln>
          </p:spPr>
          <p:style>
            <a:lnRef idx="0"/>
            <a:fillRef idx="0"/>
            <a:effectRef idx="0"/>
            <a:fontRef idx="minor"/>
          </p:style>
          <p:txBody>
            <a:bodyPr lIns="68400" tIns="68400" rIns="68400" bIns="68400" anchor="ctr">
              <a:noAutofit/>
            </a:bodyPr>
            <a:p>
              <a:endParaRPr lang="es-MX" sz="1400" b="0" u="none" strike="noStrike">
                <a:solidFill>
                  <a:srgbClr val="FFFFFF"/>
                </a:solidFill>
                <a:effectLst/>
                <a:uFillTx/>
                <a:latin typeface="Arial"/>
              </a:endParaRPr>
            </a:p>
          </p:txBody>
        </p:sp>
        <p:sp>
          <p:nvSpPr>
            <p:cNvPr id="213" name="Google Shape;878;p64"/>
            <p:cNvSpPr/>
            <p:nvPr/>
          </p:nvSpPr>
          <p:spPr>
            <a:xfrm>
              <a:off x="4905000" y="2210040"/>
              <a:ext cx="163080" cy="189360"/>
            </a:xfrm>
            <a:custGeom>
              <a:avLst/>
              <a:gdLst>
                <a:gd name="textAreaLeft" fmla="*/ 0 w 163080"/>
                <a:gd name="textAreaRight" fmla="*/ 163440 w 163080"/>
                <a:gd name="textAreaTop" fmla="*/ 0 h 189360"/>
                <a:gd name="textAreaBottom" fmla="*/ 189720 h 189360"/>
              </a:gdLst>
              <a:ahLst/>
              <a:cxnLst/>
              <a:rect l="textAreaLeft" t="textAreaTop" r="textAreaRight" b="textAreaBottom"/>
              <a:pathLst>
                <a:path w="39045" h="45300">
                  <a:moveTo>
                    <a:pt x="13336" y="1"/>
                  </a:moveTo>
                  <a:cubicBezTo>
                    <a:pt x="5980" y="1"/>
                    <a:pt x="0" y="5981"/>
                    <a:pt x="0" y="13336"/>
                  </a:cubicBezTo>
                  <a:cubicBezTo>
                    <a:pt x="0" y="20691"/>
                    <a:pt x="5980" y="26671"/>
                    <a:pt x="13336" y="26671"/>
                  </a:cubicBezTo>
                  <a:lnTo>
                    <a:pt x="25777" y="26671"/>
                  </a:lnTo>
                  <a:cubicBezTo>
                    <a:pt x="28802" y="26671"/>
                    <a:pt x="31208" y="29077"/>
                    <a:pt x="31208" y="32033"/>
                  </a:cubicBezTo>
                  <a:cubicBezTo>
                    <a:pt x="31208" y="35058"/>
                    <a:pt x="28802" y="37464"/>
                    <a:pt x="25777" y="37464"/>
                  </a:cubicBezTo>
                  <a:lnTo>
                    <a:pt x="3918" y="37464"/>
                  </a:lnTo>
                  <a:cubicBezTo>
                    <a:pt x="1719" y="37464"/>
                    <a:pt x="0" y="39182"/>
                    <a:pt x="0" y="41382"/>
                  </a:cubicBezTo>
                  <a:cubicBezTo>
                    <a:pt x="0" y="43581"/>
                    <a:pt x="1719" y="45300"/>
                    <a:pt x="3918" y="45300"/>
                  </a:cubicBezTo>
                  <a:lnTo>
                    <a:pt x="26259" y="45300"/>
                  </a:lnTo>
                  <a:cubicBezTo>
                    <a:pt x="33339" y="45025"/>
                    <a:pt x="39044" y="39182"/>
                    <a:pt x="39044" y="32033"/>
                  </a:cubicBezTo>
                  <a:cubicBezTo>
                    <a:pt x="39044" y="24747"/>
                    <a:pt x="33132" y="18766"/>
                    <a:pt x="25777" y="18766"/>
                  </a:cubicBezTo>
                  <a:lnTo>
                    <a:pt x="13336" y="18766"/>
                  </a:lnTo>
                  <a:cubicBezTo>
                    <a:pt x="10311" y="18766"/>
                    <a:pt x="7905" y="16292"/>
                    <a:pt x="7905" y="13336"/>
                  </a:cubicBezTo>
                  <a:cubicBezTo>
                    <a:pt x="7905" y="10311"/>
                    <a:pt x="10311" y="7906"/>
                    <a:pt x="13336" y="7906"/>
                  </a:cubicBezTo>
                  <a:lnTo>
                    <a:pt x="32239" y="7906"/>
                  </a:lnTo>
                  <a:cubicBezTo>
                    <a:pt x="34439" y="7906"/>
                    <a:pt x="36157" y="6118"/>
                    <a:pt x="36157" y="3987"/>
                  </a:cubicBezTo>
                  <a:cubicBezTo>
                    <a:pt x="36157" y="1788"/>
                    <a:pt x="34439" y="1"/>
                    <a:pt x="32239" y="1"/>
                  </a:cubicBezTo>
                  <a:close/>
                </a:path>
              </a:pathLst>
            </a:custGeom>
            <a:solidFill>
              <a:srgbClr val="707271"/>
            </a:solidFill>
            <a:ln w="0">
              <a:noFill/>
            </a:ln>
          </p:spPr>
          <p:style>
            <a:lnRef idx="0"/>
            <a:fillRef idx="0"/>
            <a:effectRef idx="0"/>
            <a:fontRef idx="minor"/>
          </p:style>
          <p:txBody>
            <a:bodyPr lIns="68400" tIns="68400" rIns="68400" bIns="68400" anchor="ctr">
              <a:noAutofit/>
            </a:bodyPr>
            <a:p>
              <a:endParaRPr lang="es-MX" sz="1400" b="0" u="none" strike="noStrike">
                <a:solidFill>
                  <a:srgbClr val="FFFFFF"/>
                </a:solidFill>
                <a:effectLst/>
                <a:uFillTx/>
                <a:latin typeface="Arial"/>
              </a:endParaRPr>
            </a:p>
          </p:txBody>
        </p:sp>
      </p:grpSp>
      <p:sp>
        <p:nvSpPr>
          <p:cNvPr id="214" name="PlaceHolder 2"/>
          <p:cNvSpPr>
            <a:spLocks noGrp="1"/>
          </p:cNvSpPr>
          <p:nvPr>
            <p:ph type="title"/>
          </p:nvPr>
        </p:nvSpPr>
        <p:spPr>
          <a:xfrm>
            <a:off x="180000" y="185760"/>
            <a:ext cx="6250680" cy="428400"/>
          </a:xfrm>
          <a:prstGeom prst="rect">
            <a:avLst/>
          </a:prstGeom>
          <a:noFill/>
          <a:ln w="0">
            <a:noFill/>
          </a:ln>
        </p:spPr>
        <p:txBody>
          <a:bodyPr lIns="162000" tIns="90000" rIns="162000" bIns="90000" anchor="t">
            <a:spAutoFit/>
          </a:bodyPr>
          <a:p>
            <a:pPr indent="0" algn="l">
              <a:lnSpc>
                <a:spcPct val="100000"/>
              </a:lnSpc>
              <a:buNone/>
              <a:tabLst>
                <a:tab pos="0" algn="l"/>
              </a:tabLst>
            </a:pPr>
            <a:r>
              <a:rPr lang="es-419" sz="1600" b="0" u="none" strike="noStrike">
                <a:solidFill>
                  <a:srgbClr val="000000"/>
                </a:solidFill>
                <a:effectLst/>
                <a:uFillTx/>
                <a:latin typeface="Inter"/>
                <a:ea typeface="Inter"/>
              </a:rPr>
              <a:t>Lorem ipsum dolor sit amet, consect.</a:t>
            </a:r>
            <a:endParaRPr lang="es-MX"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15" name="Google Shape;884;p65"/>
          <p:cNvGrpSpPr/>
          <p:nvPr/>
        </p:nvGrpSpPr>
        <p:grpSpPr>
          <a:xfrm>
            <a:off x="458280" y="1327680"/>
            <a:ext cx="8601480" cy="2554920"/>
            <a:chOff x="458280" y="1327680"/>
            <a:chExt cx="8601480" cy="2554920"/>
          </a:xfrm>
        </p:grpSpPr>
        <p:cxnSp>
          <p:nvCxnSpPr>
            <p:cNvPr id="216" name="Google Shape;885;p65"/>
            <p:cNvCxnSpPr/>
            <p:nvPr/>
          </p:nvCxnSpPr>
          <p:spPr>
            <a:xfrm flipV="1">
              <a:off x="2136240" y="2623320"/>
              <a:ext cx="360" cy="1259640"/>
            </a:xfrm>
            <a:prstGeom prst="straightConnector1">
              <a:avLst/>
            </a:prstGeom>
            <a:ln w="9525">
              <a:solidFill>
                <a:srgbClr val="EF9600"/>
              </a:solidFill>
              <a:round/>
            </a:ln>
          </p:spPr>
        </p:cxnSp>
        <p:sp>
          <p:nvSpPr>
            <p:cNvPr id="217" name="Google Shape;886;p65"/>
            <p:cNvSpPr/>
            <p:nvPr/>
          </p:nvSpPr>
          <p:spPr>
            <a:xfrm>
              <a:off x="2193480" y="2826360"/>
              <a:ext cx="2225880" cy="1000080"/>
            </a:xfrm>
            <a:prstGeom prst="rect">
              <a:avLst/>
            </a:prstGeom>
            <a:noFill/>
            <a:ln w="0">
              <a:noFill/>
            </a:ln>
          </p:spPr>
          <p:style>
            <a:lnRef idx="0"/>
            <a:fillRef idx="0"/>
            <a:effectRef idx="0"/>
            <a:fontRef idx="minor"/>
          </p:style>
          <p:txBody>
            <a:bodyPr tIns="91440" bIns="91440" anchor="t">
              <a:spAutoFit/>
            </a:bodyPr>
            <a:p>
              <a:pPr>
                <a:lnSpc>
                  <a:spcPct val="100000"/>
                </a:lnSpc>
                <a:tabLst>
                  <a:tab pos="0" algn="l"/>
                </a:tabLst>
              </a:pPr>
              <a:r>
                <a:rPr lang="es-419" sz="1400" b="1" u="none" strike="noStrike">
                  <a:solidFill>
                    <a:schemeClr val="dk1"/>
                  </a:solidFill>
                  <a:effectLst/>
                  <a:uFillTx/>
                  <a:latin typeface="Inter"/>
                  <a:ea typeface="Inter"/>
                </a:rPr>
                <a:t>ENFOQUE DEL TRIMESTRE</a:t>
              </a:r>
              <a:endParaRPr lang="es-MX" sz="1400" b="0" u="none" strike="noStrike">
                <a:solidFill>
                  <a:srgbClr val="000000"/>
                </a:solidFill>
                <a:effectLst/>
                <a:uFillTx/>
                <a:latin typeface="Arial"/>
              </a:endParaRPr>
            </a:p>
            <a:p>
              <a:pPr>
                <a:lnSpc>
                  <a:spcPct val="100000"/>
                </a:lnSpc>
                <a:tabLst>
                  <a:tab pos="0" algn="l"/>
                </a:tabLst>
              </a:pPr>
              <a:r>
                <a:rPr lang="es-419" sz="1100" b="0" u="none" strike="noStrike">
                  <a:solidFill>
                    <a:schemeClr val="dk1"/>
                  </a:solidFill>
                  <a:effectLst/>
                  <a:uFillTx/>
                  <a:latin typeface="Inter"/>
                  <a:ea typeface="Inter"/>
                </a:rPr>
                <a:t>[Texto con descripción]</a:t>
              </a:r>
              <a:endParaRPr lang="es-MX" sz="1100" b="0" u="none" strike="noStrike">
                <a:solidFill>
                  <a:srgbClr val="000000"/>
                </a:solidFill>
                <a:effectLst/>
                <a:uFillTx/>
                <a:latin typeface="Arial"/>
              </a:endParaRPr>
            </a:p>
            <a:p>
              <a:pPr>
                <a:lnSpc>
                  <a:spcPct val="100000"/>
                </a:lnSpc>
                <a:tabLst>
                  <a:tab pos="0" algn="l"/>
                </a:tabLst>
              </a:pPr>
              <a:endParaRPr lang="es-MX" sz="1400" b="0" u="none" strike="noStrike">
                <a:solidFill>
                  <a:srgbClr val="000000"/>
                </a:solidFill>
                <a:effectLst/>
                <a:uFillTx/>
                <a:latin typeface="Arial"/>
              </a:endParaRPr>
            </a:p>
          </p:txBody>
        </p:sp>
        <p:cxnSp>
          <p:nvCxnSpPr>
            <p:cNvPr id="218" name="Google Shape;887;p65"/>
            <p:cNvCxnSpPr/>
            <p:nvPr/>
          </p:nvCxnSpPr>
          <p:spPr>
            <a:xfrm flipV="1">
              <a:off x="5224680" y="2623320"/>
              <a:ext cx="360" cy="1259640"/>
            </a:xfrm>
            <a:prstGeom prst="straightConnector1">
              <a:avLst/>
            </a:prstGeom>
            <a:ln w="9525">
              <a:solidFill>
                <a:srgbClr val="EF9600"/>
              </a:solidFill>
              <a:round/>
            </a:ln>
          </p:spPr>
        </p:cxnSp>
        <p:sp>
          <p:nvSpPr>
            <p:cNvPr id="219" name="Google Shape;888;p65"/>
            <p:cNvSpPr/>
            <p:nvPr/>
          </p:nvSpPr>
          <p:spPr>
            <a:xfrm>
              <a:off x="5281920" y="2826360"/>
              <a:ext cx="2225880" cy="1000080"/>
            </a:xfrm>
            <a:prstGeom prst="rect">
              <a:avLst/>
            </a:prstGeom>
            <a:noFill/>
            <a:ln w="0">
              <a:noFill/>
            </a:ln>
          </p:spPr>
          <p:style>
            <a:lnRef idx="0"/>
            <a:fillRef idx="0"/>
            <a:effectRef idx="0"/>
            <a:fontRef idx="minor"/>
          </p:style>
          <p:txBody>
            <a:bodyPr tIns="91440" bIns="91440" anchor="t">
              <a:spAutoFit/>
            </a:bodyPr>
            <a:p>
              <a:pPr>
                <a:lnSpc>
                  <a:spcPct val="100000"/>
                </a:lnSpc>
                <a:tabLst>
                  <a:tab pos="0" algn="l"/>
                </a:tabLst>
              </a:pPr>
              <a:r>
                <a:rPr lang="es-419" sz="1400" b="1" u="none" strike="noStrike">
                  <a:solidFill>
                    <a:schemeClr val="dk1"/>
                  </a:solidFill>
                  <a:effectLst/>
                  <a:uFillTx/>
                  <a:latin typeface="Inter"/>
                  <a:ea typeface="Inter"/>
                </a:rPr>
                <a:t>ENFOQUE DEL TRIMESTRE</a:t>
              </a:r>
              <a:endParaRPr lang="es-MX" sz="1400" b="0" u="none" strike="noStrike">
                <a:solidFill>
                  <a:srgbClr val="000000"/>
                </a:solidFill>
                <a:effectLst/>
                <a:uFillTx/>
                <a:latin typeface="Arial"/>
              </a:endParaRPr>
            </a:p>
            <a:p>
              <a:pPr>
                <a:lnSpc>
                  <a:spcPct val="100000"/>
                </a:lnSpc>
                <a:tabLst>
                  <a:tab pos="0" algn="l"/>
                </a:tabLst>
              </a:pPr>
              <a:r>
                <a:rPr lang="es-419" sz="1100" b="0" u="none" strike="noStrike">
                  <a:solidFill>
                    <a:schemeClr val="dk1"/>
                  </a:solidFill>
                  <a:effectLst/>
                  <a:uFillTx/>
                  <a:latin typeface="Inter"/>
                  <a:ea typeface="Inter"/>
                </a:rPr>
                <a:t>[Texto con descripción]</a:t>
              </a:r>
              <a:endParaRPr lang="es-MX" sz="1100" b="0" u="none" strike="noStrike">
                <a:solidFill>
                  <a:srgbClr val="000000"/>
                </a:solidFill>
                <a:effectLst/>
                <a:uFillTx/>
                <a:latin typeface="Arial"/>
              </a:endParaRPr>
            </a:p>
            <a:p>
              <a:pPr>
                <a:lnSpc>
                  <a:spcPct val="100000"/>
                </a:lnSpc>
                <a:tabLst>
                  <a:tab pos="0" algn="l"/>
                </a:tabLst>
              </a:pPr>
              <a:endParaRPr lang="es-MX" sz="1400" b="0" u="none" strike="noStrike">
                <a:solidFill>
                  <a:srgbClr val="000000"/>
                </a:solidFill>
                <a:effectLst/>
                <a:uFillTx/>
                <a:latin typeface="Arial"/>
              </a:endParaRPr>
            </a:p>
          </p:txBody>
        </p:sp>
        <p:cxnSp>
          <p:nvCxnSpPr>
            <p:cNvPr id="220" name="Google Shape;889;p65"/>
            <p:cNvCxnSpPr/>
            <p:nvPr/>
          </p:nvCxnSpPr>
          <p:spPr>
            <a:xfrm flipV="1">
              <a:off x="3676680" y="1353240"/>
              <a:ext cx="360" cy="1260000"/>
            </a:xfrm>
            <a:prstGeom prst="straightConnector1">
              <a:avLst/>
            </a:prstGeom>
            <a:ln w="9525">
              <a:solidFill>
                <a:srgbClr val="F6A800"/>
              </a:solidFill>
              <a:round/>
            </a:ln>
          </p:spPr>
        </p:cxnSp>
        <p:cxnSp>
          <p:nvCxnSpPr>
            <p:cNvPr id="221" name="Google Shape;890;p65"/>
            <p:cNvCxnSpPr/>
            <p:nvPr/>
          </p:nvCxnSpPr>
          <p:spPr>
            <a:xfrm flipV="1">
              <a:off x="6776640" y="1353240"/>
              <a:ext cx="360" cy="1260000"/>
            </a:xfrm>
            <a:prstGeom prst="straightConnector1">
              <a:avLst/>
            </a:prstGeom>
            <a:ln w="9525">
              <a:solidFill>
                <a:srgbClr val="5C5E5E"/>
              </a:solidFill>
              <a:round/>
            </a:ln>
          </p:spPr>
        </p:cxnSp>
        <p:cxnSp>
          <p:nvCxnSpPr>
            <p:cNvPr id="222" name="Google Shape;891;p65"/>
            <p:cNvCxnSpPr/>
            <p:nvPr/>
          </p:nvCxnSpPr>
          <p:spPr>
            <a:xfrm flipV="1">
              <a:off x="576720" y="1353240"/>
              <a:ext cx="360" cy="1260000"/>
            </a:xfrm>
            <a:prstGeom prst="straightConnector1">
              <a:avLst/>
            </a:prstGeom>
            <a:ln w="9525">
              <a:solidFill>
                <a:srgbClr val="EF9600"/>
              </a:solidFill>
              <a:round/>
            </a:ln>
          </p:spPr>
        </p:cxnSp>
        <p:sp>
          <p:nvSpPr>
            <p:cNvPr id="223" name="Google Shape;892;p65"/>
            <p:cNvSpPr/>
            <p:nvPr/>
          </p:nvSpPr>
          <p:spPr>
            <a:xfrm>
              <a:off x="2007000" y="2442240"/>
              <a:ext cx="1542600" cy="302400"/>
            </a:xfrm>
            <a:custGeom>
              <a:avLst/>
              <a:gdLst>
                <a:gd name="textAreaLeft" fmla="*/ 0 w 1542600"/>
                <a:gd name="textAreaRight" fmla="*/ 1542960 w 1542600"/>
                <a:gd name="textAreaTop" fmla="*/ 0 h 302400"/>
                <a:gd name="textAreaBottom" fmla="*/ 302760 h 302400"/>
              </a:gdLst>
              <a:ahLst/>
              <a:cxnLst/>
              <a:rect l="textAreaLeft" t="textAreaTop" r="textAreaRight" b="textAreaBottom"/>
              <a:pathLst>
                <a:path w="18301" h="3589">
                  <a:moveTo>
                    <a:pt x="1792" y="0"/>
                  </a:moveTo>
                  <a:cubicBezTo>
                    <a:pt x="804" y="0"/>
                    <a:pt x="0" y="804"/>
                    <a:pt x="0" y="1792"/>
                  </a:cubicBezTo>
                  <a:cubicBezTo>
                    <a:pt x="0" y="2785"/>
                    <a:pt x="804" y="3588"/>
                    <a:pt x="1792" y="3588"/>
                  </a:cubicBezTo>
                  <a:lnTo>
                    <a:pt x="16504" y="3588"/>
                  </a:lnTo>
                  <a:cubicBezTo>
                    <a:pt x="17497" y="3588"/>
                    <a:pt x="18300" y="2785"/>
                    <a:pt x="18300" y="1792"/>
                  </a:cubicBezTo>
                  <a:cubicBezTo>
                    <a:pt x="18300" y="804"/>
                    <a:pt x="17497" y="0"/>
                    <a:pt x="16504" y="0"/>
                  </a:cubicBezTo>
                  <a:close/>
                </a:path>
              </a:pathLst>
            </a:custGeom>
            <a:solidFill>
              <a:srgbClr val="F9C161"/>
            </a:soli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224" name="Google Shape;893;p65"/>
            <p:cNvSpPr/>
            <p:nvPr/>
          </p:nvSpPr>
          <p:spPr>
            <a:xfrm>
              <a:off x="3561840" y="2442240"/>
              <a:ext cx="1542600" cy="302400"/>
            </a:xfrm>
            <a:custGeom>
              <a:avLst/>
              <a:gdLst>
                <a:gd name="textAreaLeft" fmla="*/ 0 w 1542600"/>
                <a:gd name="textAreaRight" fmla="*/ 1542960 w 1542600"/>
                <a:gd name="textAreaTop" fmla="*/ 0 h 302400"/>
                <a:gd name="textAreaBottom" fmla="*/ 302760 h 302400"/>
              </a:gdLst>
              <a:ahLst/>
              <a:cxnLst/>
              <a:rect l="textAreaLeft" t="textAreaTop" r="textAreaRight" b="textAreaBottom"/>
              <a:pathLst>
                <a:path w="18301" h="3589">
                  <a:moveTo>
                    <a:pt x="1792" y="0"/>
                  </a:moveTo>
                  <a:cubicBezTo>
                    <a:pt x="804" y="0"/>
                    <a:pt x="0" y="804"/>
                    <a:pt x="0" y="1792"/>
                  </a:cubicBezTo>
                  <a:cubicBezTo>
                    <a:pt x="0" y="2785"/>
                    <a:pt x="804" y="3588"/>
                    <a:pt x="1792" y="3588"/>
                  </a:cubicBezTo>
                  <a:lnTo>
                    <a:pt x="16504" y="3588"/>
                  </a:lnTo>
                  <a:cubicBezTo>
                    <a:pt x="17497" y="3588"/>
                    <a:pt x="18300" y="2785"/>
                    <a:pt x="18300" y="1792"/>
                  </a:cubicBezTo>
                  <a:cubicBezTo>
                    <a:pt x="18300" y="804"/>
                    <a:pt x="17497" y="0"/>
                    <a:pt x="16504" y="0"/>
                  </a:cubicBezTo>
                  <a:close/>
                </a:path>
              </a:pathLst>
            </a:custGeom>
            <a:solidFill>
              <a:srgbClr val="F7AF35"/>
            </a:soli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225" name="Google Shape;894;p65"/>
            <p:cNvSpPr/>
            <p:nvPr/>
          </p:nvSpPr>
          <p:spPr>
            <a:xfrm>
              <a:off x="458280" y="2442240"/>
              <a:ext cx="1542240" cy="302400"/>
            </a:xfrm>
            <a:custGeom>
              <a:avLst/>
              <a:gdLst>
                <a:gd name="textAreaLeft" fmla="*/ 0 w 1542240"/>
                <a:gd name="textAreaRight" fmla="*/ 1542600 w 1542240"/>
                <a:gd name="textAreaTop" fmla="*/ 0 h 302400"/>
                <a:gd name="textAreaBottom" fmla="*/ 302760 h 302400"/>
              </a:gdLst>
              <a:ahLst/>
              <a:cxnLst/>
              <a:rect l="textAreaLeft" t="textAreaTop" r="textAreaRight" b="textAreaBottom"/>
              <a:pathLst>
                <a:path w="18297" h="3589">
                  <a:moveTo>
                    <a:pt x="1793" y="0"/>
                  </a:moveTo>
                  <a:cubicBezTo>
                    <a:pt x="800" y="0"/>
                    <a:pt x="1" y="804"/>
                    <a:pt x="1" y="1792"/>
                  </a:cubicBezTo>
                  <a:cubicBezTo>
                    <a:pt x="1" y="2785"/>
                    <a:pt x="800" y="3588"/>
                    <a:pt x="1793" y="3588"/>
                  </a:cubicBezTo>
                  <a:lnTo>
                    <a:pt x="16505" y="3588"/>
                  </a:lnTo>
                  <a:cubicBezTo>
                    <a:pt x="17497" y="3588"/>
                    <a:pt x="18296" y="2785"/>
                    <a:pt x="18296" y="1792"/>
                  </a:cubicBezTo>
                  <a:cubicBezTo>
                    <a:pt x="18296" y="804"/>
                    <a:pt x="17497" y="0"/>
                    <a:pt x="16505" y="0"/>
                  </a:cubicBezTo>
                  <a:close/>
                </a:path>
              </a:pathLst>
            </a:custGeom>
            <a:solidFill>
              <a:srgbClr val="FBD491"/>
            </a:soli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226" name="Google Shape;895;p65"/>
            <p:cNvSpPr/>
            <p:nvPr/>
          </p:nvSpPr>
          <p:spPr>
            <a:xfrm>
              <a:off x="6659640" y="2442240"/>
              <a:ext cx="1542240" cy="302400"/>
            </a:xfrm>
            <a:custGeom>
              <a:avLst/>
              <a:gdLst>
                <a:gd name="textAreaLeft" fmla="*/ 0 w 1542240"/>
                <a:gd name="textAreaRight" fmla="*/ 1542600 w 1542240"/>
                <a:gd name="textAreaTop" fmla="*/ 0 h 302400"/>
                <a:gd name="textAreaBottom" fmla="*/ 302760 h 302400"/>
              </a:gdLst>
              <a:ahLst/>
              <a:cxnLst/>
              <a:rect l="textAreaLeft" t="textAreaTop" r="textAreaRight" b="textAreaBottom"/>
              <a:pathLst>
                <a:path w="18297" h="3589">
                  <a:moveTo>
                    <a:pt x="1792" y="0"/>
                  </a:moveTo>
                  <a:cubicBezTo>
                    <a:pt x="800" y="0"/>
                    <a:pt x="0" y="804"/>
                    <a:pt x="0" y="1792"/>
                  </a:cubicBezTo>
                  <a:cubicBezTo>
                    <a:pt x="0" y="2785"/>
                    <a:pt x="800" y="3588"/>
                    <a:pt x="1792" y="3588"/>
                  </a:cubicBezTo>
                  <a:lnTo>
                    <a:pt x="16504" y="3588"/>
                  </a:lnTo>
                  <a:cubicBezTo>
                    <a:pt x="17493" y="3588"/>
                    <a:pt x="18296" y="2785"/>
                    <a:pt x="18296" y="1792"/>
                  </a:cubicBezTo>
                  <a:cubicBezTo>
                    <a:pt x="18296" y="804"/>
                    <a:pt x="17493" y="0"/>
                    <a:pt x="16504" y="0"/>
                  </a:cubicBezTo>
                  <a:close/>
                </a:path>
              </a:pathLst>
            </a:custGeom>
            <a:solidFill>
              <a:srgbClr val="5F6566"/>
            </a:solidFill>
            <a:ln w="0">
              <a:noFill/>
            </a:ln>
          </p:spPr>
          <p:style>
            <a:lnRef idx="0"/>
            <a:fillRef idx="0"/>
            <a:effectRef idx="0"/>
            <a:fontRef idx="minor"/>
          </p:style>
          <p:txBody>
            <a:bodyPr tIns="91440" bIns="91440" anchor="ctr">
              <a:noAutofit/>
            </a:bodyPr>
            <a:p>
              <a:endParaRPr lang="es-MX" sz="1400" b="0" u="none" strike="noStrike">
                <a:solidFill>
                  <a:srgbClr val="FFFFFF"/>
                </a:solidFill>
                <a:effectLst/>
                <a:uFillTx/>
                <a:latin typeface="Arial"/>
              </a:endParaRPr>
            </a:p>
          </p:txBody>
        </p:sp>
        <p:sp>
          <p:nvSpPr>
            <p:cNvPr id="227" name="Google Shape;896;p65"/>
            <p:cNvSpPr/>
            <p:nvPr/>
          </p:nvSpPr>
          <p:spPr>
            <a:xfrm>
              <a:off x="5110560" y="2442240"/>
              <a:ext cx="1542600" cy="302400"/>
            </a:xfrm>
            <a:custGeom>
              <a:avLst/>
              <a:gdLst>
                <a:gd name="textAreaLeft" fmla="*/ 0 w 1542600"/>
                <a:gd name="textAreaRight" fmla="*/ 1542960 w 1542600"/>
                <a:gd name="textAreaTop" fmla="*/ 0 h 302400"/>
                <a:gd name="textAreaBottom" fmla="*/ 302760 h 302400"/>
              </a:gdLst>
              <a:ahLst/>
              <a:cxnLst/>
              <a:rect l="textAreaLeft" t="textAreaTop" r="textAreaRight" b="textAreaBottom"/>
              <a:pathLst>
                <a:path w="18301" h="3589">
                  <a:moveTo>
                    <a:pt x="1797" y="0"/>
                  </a:moveTo>
                  <a:cubicBezTo>
                    <a:pt x="804" y="0"/>
                    <a:pt x="1" y="804"/>
                    <a:pt x="1" y="1792"/>
                  </a:cubicBezTo>
                  <a:cubicBezTo>
                    <a:pt x="1" y="2785"/>
                    <a:pt x="804" y="3588"/>
                    <a:pt x="1797" y="3588"/>
                  </a:cubicBezTo>
                  <a:lnTo>
                    <a:pt x="16509" y="3588"/>
                  </a:lnTo>
                  <a:cubicBezTo>
                    <a:pt x="17497" y="3588"/>
                    <a:pt x="18301" y="2785"/>
                    <a:pt x="18301" y="1792"/>
                  </a:cubicBezTo>
                  <a:cubicBezTo>
                    <a:pt x="18301" y="804"/>
                    <a:pt x="17497" y="0"/>
                    <a:pt x="16509" y="0"/>
                  </a:cubicBezTo>
                  <a:close/>
                </a:path>
              </a:pathLst>
            </a:custGeom>
            <a:solidFill>
              <a:srgbClr val="F59F0F"/>
            </a:soli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228" name="Google Shape;897;p65"/>
            <p:cNvSpPr/>
            <p:nvPr/>
          </p:nvSpPr>
          <p:spPr>
            <a:xfrm>
              <a:off x="716760" y="2410560"/>
              <a:ext cx="1024920" cy="369000"/>
            </a:xfrm>
            <a:prstGeom prst="rect">
              <a:avLst/>
            </a:prstGeom>
            <a:noFill/>
            <a:ln w="0">
              <a:noFill/>
            </a:ln>
          </p:spPr>
          <p:style>
            <a:lnRef idx="0"/>
            <a:fillRef idx="0"/>
            <a:effectRef idx="0"/>
            <a:fontRef idx="minor"/>
          </p:style>
          <p:txBody>
            <a:bodyPr tIns="91440" bIns="91440" anchor="t">
              <a:spAutoFit/>
            </a:bodyPr>
            <a:p>
              <a:pPr algn="ctr">
                <a:lnSpc>
                  <a:spcPct val="100000"/>
                </a:lnSpc>
                <a:tabLst>
                  <a:tab pos="0" algn="l"/>
                </a:tabLst>
              </a:pPr>
              <a:r>
                <a:rPr lang="es-419" sz="1200" b="1" u="none" strike="noStrike">
                  <a:solidFill>
                    <a:srgbClr val="FFFFFF"/>
                  </a:solidFill>
                  <a:effectLst/>
                  <a:uFillTx/>
                  <a:latin typeface="Inter"/>
                  <a:ea typeface="Inter"/>
                </a:rPr>
                <a:t>2023 T1</a:t>
              </a:r>
              <a:endParaRPr lang="es-MX" sz="1200" b="0" u="none" strike="noStrike">
                <a:solidFill>
                  <a:srgbClr val="000000"/>
                </a:solidFill>
                <a:effectLst/>
                <a:uFillTx/>
                <a:latin typeface="Arial"/>
              </a:endParaRPr>
            </a:p>
          </p:txBody>
        </p:sp>
        <p:sp>
          <p:nvSpPr>
            <p:cNvPr id="229" name="Google Shape;898;p65"/>
            <p:cNvSpPr/>
            <p:nvPr/>
          </p:nvSpPr>
          <p:spPr>
            <a:xfrm>
              <a:off x="2268720" y="2410560"/>
              <a:ext cx="1024920" cy="369000"/>
            </a:xfrm>
            <a:prstGeom prst="rect">
              <a:avLst/>
            </a:prstGeom>
            <a:noFill/>
            <a:ln w="0">
              <a:noFill/>
            </a:ln>
          </p:spPr>
          <p:style>
            <a:lnRef idx="0"/>
            <a:fillRef idx="0"/>
            <a:effectRef idx="0"/>
            <a:fontRef idx="minor"/>
          </p:style>
          <p:txBody>
            <a:bodyPr tIns="91440" bIns="91440" anchor="t">
              <a:spAutoFit/>
            </a:bodyPr>
            <a:p>
              <a:pPr algn="ctr">
                <a:lnSpc>
                  <a:spcPct val="100000"/>
                </a:lnSpc>
                <a:tabLst>
                  <a:tab pos="0" algn="l"/>
                </a:tabLst>
              </a:pPr>
              <a:r>
                <a:rPr lang="es-419" sz="1200" b="1" u="none" strike="noStrike">
                  <a:solidFill>
                    <a:srgbClr val="FFFFFF"/>
                  </a:solidFill>
                  <a:effectLst/>
                  <a:uFillTx/>
                  <a:latin typeface="Inter"/>
                  <a:ea typeface="Inter"/>
                </a:rPr>
                <a:t>2023 T2</a:t>
              </a:r>
              <a:endParaRPr lang="es-MX" sz="1200" b="0" u="none" strike="noStrike">
                <a:solidFill>
                  <a:srgbClr val="000000"/>
                </a:solidFill>
                <a:effectLst/>
                <a:uFillTx/>
                <a:latin typeface="Arial"/>
              </a:endParaRPr>
            </a:p>
          </p:txBody>
        </p:sp>
        <p:sp>
          <p:nvSpPr>
            <p:cNvPr id="230" name="Google Shape;899;p65"/>
            <p:cNvSpPr/>
            <p:nvPr/>
          </p:nvSpPr>
          <p:spPr>
            <a:xfrm>
              <a:off x="3817440" y="2410560"/>
              <a:ext cx="1024920" cy="369000"/>
            </a:xfrm>
            <a:prstGeom prst="rect">
              <a:avLst/>
            </a:prstGeom>
            <a:noFill/>
            <a:ln w="0">
              <a:noFill/>
            </a:ln>
          </p:spPr>
          <p:style>
            <a:lnRef idx="0"/>
            <a:fillRef idx="0"/>
            <a:effectRef idx="0"/>
            <a:fontRef idx="minor"/>
          </p:style>
          <p:txBody>
            <a:bodyPr tIns="91440" bIns="91440" anchor="t">
              <a:spAutoFit/>
            </a:bodyPr>
            <a:p>
              <a:pPr algn="ctr">
                <a:lnSpc>
                  <a:spcPct val="100000"/>
                </a:lnSpc>
                <a:tabLst>
                  <a:tab pos="0" algn="l"/>
                </a:tabLst>
              </a:pPr>
              <a:r>
                <a:rPr lang="es-419" sz="1200" b="1" u="none" strike="noStrike">
                  <a:solidFill>
                    <a:srgbClr val="FFFFFF"/>
                  </a:solidFill>
                  <a:effectLst/>
                  <a:uFillTx/>
                  <a:latin typeface="Inter"/>
                  <a:ea typeface="Inter"/>
                </a:rPr>
                <a:t>2021 T3</a:t>
              </a:r>
              <a:endParaRPr lang="es-MX" sz="1200" b="0" u="none" strike="noStrike">
                <a:solidFill>
                  <a:srgbClr val="000000"/>
                </a:solidFill>
                <a:effectLst/>
                <a:uFillTx/>
                <a:latin typeface="Arial"/>
              </a:endParaRPr>
            </a:p>
          </p:txBody>
        </p:sp>
        <p:sp>
          <p:nvSpPr>
            <p:cNvPr id="231" name="Google Shape;900;p65"/>
            <p:cNvSpPr/>
            <p:nvPr/>
          </p:nvSpPr>
          <p:spPr>
            <a:xfrm>
              <a:off x="5369760" y="2410560"/>
              <a:ext cx="1024920" cy="369000"/>
            </a:xfrm>
            <a:prstGeom prst="rect">
              <a:avLst/>
            </a:prstGeom>
            <a:noFill/>
            <a:ln w="0">
              <a:noFill/>
            </a:ln>
          </p:spPr>
          <p:style>
            <a:lnRef idx="0"/>
            <a:fillRef idx="0"/>
            <a:effectRef idx="0"/>
            <a:fontRef idx="minor"/>
          </p:style>
          <p:txBody>
            <a:bodyPr tIns="91440" bIns="91440" anchor="t">
              <a:spAutoFit/>
            </a:bodyPr>
            <a:p>
              <a:pPr algn="ctr">
                <a:lnSpc>
                  <a:spcPct val="100000"/>
                </a:lnSpc>
                <a:tabLst>
                  <a:tab pos="0" algn="l"/>
                </a:tabLst>
              </a:pPr>
              <a:r>
                <a:rPr lang="es-419" sz="1200" b="1" u="none" strike="noStrike">
                  <a:solidFill>
                    <a:srgbClr val="FFFFFF"/>
                  </a:solidFill>
                  <a:effectLst/>
                  <a:uFillTx/>
                  <a:latin typeface="Inter"/>
                  <a:ea typeface="Inter"/>
                </a:rPr>
                <a:t>2021 T4</a:t>
              </a:r>
              <a:endParaRPr lang="es-MX" sz="1200" b="0" u="none" strike="noStrike">
                <a:solidFill>
                  <a:srgbClr val="000000"/>
                </a:solidFill>
                <a:effectLst/>
                <a:uFillTx/>
                <a:latin typeface="Arial"/>
              </a:endParaRPr>
            </a:p>
          </p:txBody>
        </p:sp>
        <p:sp>
          <p:nvSpPr>
            <p:cNvPr id="232" name="Google Shape;901;p65"/>
            <p:cNvSpPr/>
            <p:nvPr/>
          </p:nvSpPr>
          <p:spPr>
            <a:xfrm>
              <a:off x="6921360" y="2410560"/>
              <a:ext cx="1024920" cy="369000"/>
            </a:xfrm>
            <a:prstGeom prst="rect">
              <a:avLst/>
            </a:prstGeom>
            <a:noFill/>
            <a:ln w="0">
              <a:noFill/>
            </a:ln>
          </p:spPr>
          <p:style>
            <a:lnRef idx="0"/>
            <a:fillRef idx="0"/>
            <a:effectRef idx="0"/>
            <a:fontRef idx="minor"/>
          </p:style>
          <p:txBody>
            <a:bodyPr tIns="91440" bIns="91440" anchor="t">
              <a:spAutoFit/>
            </a:bodyPr>
            <a:p>
              <a:pPr algn="ctr">
                <a:lnSpc>
                  <a:spcPct val="100000"/>
                </a:lnSpc>
                <a:tabLst>
                  <a:tab pos="0" algn="l"/>
                </a:tabLst>
              </a:pPr>
              <a:r>
                <a:rPr lang="es-419" sz="1200" b="1" u="none" strike="noStrike">
                  <a:solidFill>
                    <a:srgbClr val="FFFFFF"/>
                  </a:solidFill>
                  <a:effectLst/>
                  <a:uFillTx/>
                  <a:latin typeface="Inter"/>
                  <a:ea typeface="Inter"/>
                </a:rPr>
                <a:t>2022 T1</a:t>
              </a:r>
              <a:endParaRPr lang="es-MX" sz="1200" b="0" u="none" strike="noStrike">
                <a:solidFill>
                  <a:srgbClr val="000000"/>
                </a:solidFill>
                <a:effectLst/>
                <a:uFillTx/>
                <a:latin typeface="Arial"/>
              </a:endParaRPr>
            </a:p>
          </p:txBody>
        </p:sp>
        <p:sp>
          <p:nvSpPr>
            <p:cNvPr id="233" name="Google Shape;902;p65"/>
            <p:cNvSpPr/>
            <p:nvPr/>
          </p:nvSpPr>
          <p:spPr>
            <a:xfrm>
              <a:off x="633960" y="1327680"/>
              <a:ext cx="2225880" cy="784800"/>
            </a:xfrm>
            <a:prstGeom prst="rect">
              <a:avLst/>
            </a:prstGeom>
            <a:noFill/>
            <a:ln w="0">
              <a:noFill/>
            </a:ln>
          </p:spPr>
          <p:style>
            <a:lnRef idx="0"/>
            <a:fillRef idx="0"/>
            <a:effectRef idx="0"/>
            <a:fontRef idx="minor"/>
          </p:style>
          <p:txBody>
            <a:bodyPr tIns="91440" bIns="91440" anchor="t">
              <a:spAutoFit/>
            </a:bodyPr>
            <a:p>
              <a:pPr>
                <a:lnSpc>
                  <a:spcPct val="100000"/>
                </a:lnSpc>
                <a:tabLst>
                  <a:tab pos="0" algn="l"/>
                </a:tabLst>
              </a:pPr>
              <a:r>
                <a:rPr lang="es-419" sz="1400" b="1" u="none" strike="noStrike">
                  <a:solidFill>
                    <a:schemeClr val="dk1"/>
                  </a:solidFill>
                  <a:effectLst/>
                  <a:uFillTx/>
                  <a:latin typeface="Inter"/>
                  <a:ea typeface="Inter"/>
                </a:rPr>
                <a:t>ENFOQUE DEL TRIMESTRE</a:t>
              </a:r>
              <a:endParaRPr lang="es-MX" sz="1400" b="0" u="none" strike="noStrike">
                <a:solidFill>
                  <a:srgbClr val="000000"/>
                </a:solidFill>
                <a:effectLst/>
                <a:uFillTx/>
                <a:latin typeface="Arial"/>
              </a:endParaRPr>
            </a:p>
            <a:p>
              <a:pPr>
                <a:lnSpc>
                  <a:spcPct val="100000"/>
                </a:lnSpc>
                <a:tabLst>
                  <a:tab pos="0" algn="l"/>
                </a:tabLst>
              </a:pPr>
              <a:r>
                <a:rPr lang="es-419" sz="1100" b="0" u="none" strike="noStrike">
                  <a:solidFill>
                    <a:schemeClr val="dk1"/>
                  </a:solidFill>
                  <a:effectLst/>
                  <a:uFillTx/>
                  <a:latin typeface="Inter"/>
                  <a:ea typeface="Inter"/>
                </a:rPr>
                <a:t>[Texto con descripción]</a:t>
              </a:r>
              <a:endParaRPr lang="es-MX" sz="1100" b="0" u="none" strike="noStrike">
                <a:solidFill>
                  <a:srgbClr val="000000"/>
                </a:solidFill>
                <a:effectLst/>
                <a:uFillTx/>
                <a:latin typeface="Arial"/>
              </a:endParaRPr>
            </a:p>
          </p:txBody>
        </p:sp>
        <p:sp>
          <p:nvSpPr>
            <p:cNvPr id="234" name="Google Shape;903;p65"/>
            <p:cNvSpPr/>
            <p:nvPr/>
          </p:nvSpPr>
          <p:spPr>
            <a:xfrm>
              <a:off x="3734280" y="1327680"/>
              <a:ext cx="2225880" cy="784800"/>
            </a:xfrm>
            <a:prstGeom prst="rect">
              <a:avLst/>
            </a:prstGeom>
            <a:noFill/>
            <a:ln w="0">
              <a:noFill/>
            </a:ln>
          </p:spPr>
          <p:style>
            <a:lnRef idx="0"/>
            <a:fillRef idx="0"/>
            <a:effectRef idx="0"/>
            <a:fontRef idx="minor"/>
          </p:style>
          <p:txBody>
            <a:bodyPr tIns="91440" bIns="91440" anchor="t">
              <a:spAutoFit/>
            </a:bodyPr>
            <a:p>
              <a:pPr>
                <a:lnSpc>
                  <a:spcPct val="100000"/>
                </a:lnSpc>
                <a:tabLst>
                  <a:tab pos="0" algn="l"/>
                </a:tabLst>
              </a:pPr>
              <a:r>
                <a:rPr lang="es-419" sz="1400" b="1" u="none" strike="noStrike">
                  <a:solidFill>
                    <a:schemeClr val="dk1"/>
                  </a:solidFill>
                  <a:effectLst/>
                  <a:uFillTx/>
                  <a:latin typeface="Inter"/>
                  <a:ea typeface="Inter"/>
                </a:rPr>
                <a:t>ENFOQUE DEL TRIMESTRE</a:t>
              </a:r>
              <a:endParaRPr lang="es-MX" sz="1400" b="0" u="none" strike="noStrike">
                <a:solidFill>
                  <a:srgbClr val="000000"/>
                </a:solidFill>
                <a:effectLst/>
                <a:uFillTx/>
                <a:latin typeface="Arial"/>
              </a:endParaRPr>
            </a:p>
            <a:p>
              <a:pPr>
                <a:lnSpc>
                  <a:spcPct val="100000"/>
                </a:lnSpc>
                <a:tabLst>
                  <a:tab pos="0" algn="l"/>
                </a:tabLst>
              </a:pPr>
              <a:r>
                <a:rPr lang="es-419" sz="1100" b="0" u="none" strike="noStrike">
                  <a:solidFill>
                    <a:schemeClr val="dk1"/>
                  </a:solidFill>
                  <a:effectLst/>
                  <a:uFillTx/>
                  <a:latin typeface="Inter"/>
                  <a:ea typeface="Inter"/>
                </a:rPr>
                <a:t>[Texto con descripción]</a:t>
              </a:r>
              <a:endParaRPr lang="es-MX" sz="1100" b="0" u="none" strike="noStrike">
                <a:solidFill>
                  <a:srgbClr val="000000"/>
                </a:solidFill>
                <a:effectLst/>
                <a:uFillTx/>
                <a:latin typeface="Arial"/>
              </a:endParaRPr>
            </a:p>
          </p:txBody>
        </p:sp>
        <p:sp>
          <p:nvSpPr>
            <p:cNvPr id="235" name="Google Shape;904;p65"/>
            <p:cNvSpPr/>
            <p:nvPr/>
          </p:nvSpPr>
          <p:spPr>
            <a:xfrm>
              <a:off x="6833880" y="1327680"/>
              <a:ext cx="2225880" cy="1000080"/>
            </a:xfrm>
            <a:prstGeom prst="rect">
              <a:avLst/>
            </a:prstGeom>
            <a:noFill/>
            <a:ln w="0">
              <a:noFill/>
            </a:ln>
          </p:spPr>
          <p:style>
            <a:lnRef idx="0"/>
            <a:fillRef idx="0"/>
            <a:effectRef idx="0"/>
            <a:fontRef idx="minor"/>
          </p:style>
          <p:txBody>
            <a:bodyPr tIns="91440" bIns="91440" anchor="t">
              <a:spAutoFit/>
            </a:bodyPr>
            <a:p>
              <a:pPr>
                <a:lnSpc>
                  <a:spcPct val="100000"/>
                </a:lnSpc>
                <a:tabLst>
                  <a:tab pos="0" algn="l"/>
                </a:tabLst>
              </a:pPr>
              <a:r>
                <a:rPr lang="es-419" sz="1400" b="1" u="none" strike="noStrike">
                  <a:solidFill>
                    <a:schemeClr val="dk1"/>
                  </a:solidFill>
                  <a:effectLst/>
                  <a:uFillTx/>
                  <a:latin typeface="Inter"/>
                  <a:ea typeface="Inter"/>
                </a:rPr>
                <a:t>ENFOQUE DEL TRIMESTRE</a:t>
              </a:r>
              <a:endParaRPr lang="es-MX" sz="1400" b="0" u="none" strike="noStrike">
                <a:solidFill>
                  <a:srgbClr val="000000"/>
                </a:solidFill>
                <a:effectLst/>
                <a:uFillTx/>
                <a:latin typeface="Arial"/>
              </a:endParaRPr>
            </a:p>
            <a:p>
              <a:pPr>
                <a:lnSpc>
                  <a:spcPct val="100000"/>
                </a:lnSpc>
                <a:tabLst>
                  <a:tab pos="0" algn="l"/>
                </a:tabLst>
              </a:pPr>
              <a:r>
                <a:rPr lang="es-419" sz="1100" b="0" u="none" strike="noStrike">
                  <a:solidFill>
                    <a:schemeClr val="dk1"/>
                  </a:solidFill>
                  <a:effectLst/>
                  <a:uFillTx/>
                  <a:latin typeface="Inter"/>
                  <a:ea typeface="Inter"/>
                </a:rPr>
                <a:t>[Texto con descripción]</a:t>
              </a:r>
              <a:endParaRPr lang="es-MX" sz="1100" b="0" u="none" strike="noStrike">
                <a:solidFill>
                  <a:srgbClr val="000000"/>
                </a:solidFill>
                <a:effectLst/>
                <a:uFillTx/>
                <a:latin typeface="Arial"/>
              </a:endParaRPr>
            </a:p>
            <a:p>
              <a:pPr>
                <a:lnSpc>
                  <a:spcPct val="100000"/>
                </a:lnSpc>
                <a:tabLst>
                  <a:tab pos="0" algn="l"/>
                </a:tabLst>
              </a:pPr>
              <a:endParaRPr lang="es-MX" sz="1400" b="0" u="none" strike="noStrike">
                <a:solidFill>
                  <a:srgbClr val="000000"/>
                </a:solidFill>
                <a:effectLst/>
                <a:uFillTx/>
                <a:latin typeface="Arial"/>
              </a:endParaRPr>
            </a:p>
          </p:txBody>
        </p:sp>
      </p:grpSp>
      <p:sp>
        <p:nvSpPr>
          <p:cNvPr id="236" name="PlaceHolder 1"/>
          <p:cNvSpPr>
            <a:spLocks noGrp="1"/>
          </p:cNvSpPr>
          <p:nvPr>
            <p:ph type="sldNum" idx="21"/>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8BA006EF-D20C-4DE2-BE67-A08ABD4BA08C}" type="slidenum">
              <a:rPr lang="es-419" sz="800" b="1" u="none" strike="noStrike">
                <a:solidFill>
                  <a:schemeClr val="dk1"/>
                </a:solidFill>
                <a:effectLst/>
                <a:uFillTx/>
                <a:latin typeface="Inter"/>
                <a:ea typeface="Inter"/>
              </a:rPr>
              <a:t>14</a:t>
            </a:fld>
            <a:endParaRPr lang="es-MX" sz="800" b="0" u="none" strike="noStrike">
              <a:solidFill>
                <a:srgbClr val="000000"/>
              </a:solidFill>
              <a:effectLst/>
              <a:uFillTx/>
              <a:latin typeface="Times New Roman"/>
            </a:endParaRPr>
          </a:p>
        </p:txBody>
      </p:sp>
      <p:sp>
        <p:nvSpPr>
          <p:cNvPr id="237" name="PlaceHolder 2"/>
          <p:cNvSpPr>
            <a:spLocks noGrp="1"/>
          </p:cNvSpPr>
          <p:nvPr>
            <p:ph type="title"/>
          </p:nvPr>
        </p:nvSpPr>
        <p:spPr>
          <a:xfrm>
            <a:off x="1397160" y="179280"/>
            <a:ext cx="6250680" cy="428400"/>
          </a:xfrm>
          <a:prstGeom prst="rect">
            <a:avLst/>
          </a:prstGeom>
          <a:noFill/>
          <a:ln w="0">
            <a:noFill/>
          </a:ln>
        </p:spPr>
        <p:txBody>
          <a:bodyPr lIns="162000" tIns="90000" rIns="162000" bIns="90000" anchor="t">
            <a:spAutoFit/>
          </a:bodyPr>
          <a:p>
            <a:pPr indent="0" algn="ctr">
              <a:lnSpc>
                <a:spcPct val="100000"/>
              </a:lnSpc>
              <a:buNone/>
              <a:tabLst>
                <a:tab pos="0" algn="l"/>
              </a:tabLst>
            </a:pPr>
            <a:r>
              <a:rPr lang="es-419" sz="1600" b="0" u="none" strike="noStrike">
                <a:solidFill>
                  <a:srgbClr val="000000"/>
                </a:solidFill>
                <a:effectLst/>
                <a:uFillTx/>
                <a:latin typeface="Inter"/>
                <a:ea typeface="Inter"/>
              </a:rPr>
              <a:t>Lorem ipsum dolor sit amet, consect.</a:t>
            </a:r>
            <a:endParaRPr lang="es-MX"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38" name="Google Shape;911;p66"/>
          <p:cNvGrpSpPr/>
          <p:nvPr/>
        </p:nvGrpSpPr>
        <p:grpSpPr>
          <a:xfrm>
            <a:off x="185040" y="1177560"/>
            <a:ext cx="8773560" cy="2717640"/>
            <a:chOff x="185040" y="1177560"/>
            <a:chExt cx="8773560" cy="2717640"/>
          </a:xfrm>
        </p:grpSpPr>
        <p:cxnSp>
          <p:nvCxnSpPr>
            <p:cNvPr id="239" name="Google Shape;912;p66"/>
            <p:cNvCxnSpPr/>
            <p:nvPr/>
          </p:nvCxnSpPr>
          <p:spPr>
            <a:xfrm flipV="1">
              <a:off x="4658400" y="2535480"/>
              <a:ext cx="360" cy="1181160"/>
            </a:xfrm>
            <a:prstGeom prst="straightConnector1">
              <a:avLst/>
            </a:prstGeom>
            <a:ln w="9525">
              <a:solidFill>
                <a:srgbClr val="5C5E5E"/>
              </a:solidFill>
              <a:round/>
            </a:ln>
          </p:spPr>
        </p:cxnSp>
        <p:sp>
          <p:nvSpPr>
            <p:cNvPr id="240" name="Google Shape;913;p66"/>
            <p:cNvSpPr/>
            <p:nvPr/>
          </p:nvSpPr>
          <p:spPr>
            <a:xfrm>
              <a:off x="4712040" y="2725920"/>
              <a:ext cx="1288800" cy="1169280"/>
            </a:xfrm>
            <a:prstGeom prst="rect">
              <a:avLst/>
            </a:prstGeom>
            <a:noFill/>
            <a:ln w="0">
              <a:noFill/>
            </a:ln>
          </p:spPr>
          <p:style>
            <a:lnRef idx="0"/>
            <a:fillRef idx="0"/>
            <a:effectRef idx="0"/>
            <a:fontRef idx="minor"/>
          </p:style>
          <p:txBody>
            <a:bodyPr tIns="91440" bIns="91440" anchor="t">
              <a:spAutoFit/>
            </a:bodyPr>
            <a:p>
              <a:pPr>
                <a:lnSpc>
                  <a:spcPct val="100000"/>
                </a:lnSpc>
                <a:tabLst>
                  <a:tab pos="0" algn="l"/>
                </a:tabLst>
              </a:pPr>
              <a:r>
                <a:rPr lang="es-419" sz="1400" b="1" u="none" strike="noStrike">
                  <a:solidFill>
                    <a:schemeClr val="dk1"/>
                  </a:solidFill>
                  <a:effectLst/>
                  <a:uFillTx/>
                  <a:latin typeface="Inter"/>
                  <a:ea typeface="Inter"/>
                </a:rPr>
                <a:t>ENFOQUE DEL MES</a:t>
              </a:r>
              <a:endParaRPr lang="es-MX" sz="1400" b="0" u="none" strike="noStrike">
                <a:solidFill>
                  <a:srgbClr val="000000"/>
                </a:solidFill>
                <a:effectLst/>
                <a:uFillTx/>
                <a:latin typeface="Arial"/>
              </a:endParaRPr>
            </a:p>
            <a:p>
              <a:pPr>
                <a:lnSpc>
                  <a:spcPct val="100000"/>
                </a:lnSpc>
                <a:tabLst>
                  <a:tab pos="0" algn="l"/>
                </a:tabLst>
              </a:pPr>
              <a:r>
                <a:rPr lang="es-419" sz="1100" b="0" u="none" strike="noStrike">
                  <a:solidFill>
                    <a:schemeClr val="dk1"/>
                  </a:solidFill>
                  <a:effectLst/>
                  <a:uFillTx/>
                  <a:latin typeface="Inter"/>
                  <a:ea typeface="Inter"/>
                </a:rPr>
                <a:t>[Texto con descripción]</a:t>
              </a:r>
              <a:endParaRPr lang="es-MX" sz="1100" b="0" u="none" strike="noStrike">
                <a:solidFill>
                  <a:srgbClr val="000000"/>
                </a:solidFill>
                <a:effectLst/>
                <a:uFillTx/>
                <a:latin typeface="Arial"/>
              </a:endParaRPr>
            </a:p>
            <a:p>
              <a:pPr>
                <a:lnSpc>
                  <a:spcPct val="100000"/>
                </a:lnSpc>
                <a:tabLst>
                  <a:tab pos="0" algn="l"/>
                </a:tabLst>
              </a:pPr>
              <a:endParaRPr lang="es-MX" sz="1400" b="0" u="none" strike="noStrike">
                <a:solidFill>
                  <a:srgbClr val="000000"/>
                </a:solidFill>
                <a:effectLst/>
                <a:uFillTx/>
                <a:latin typeface="Arial"/>
              </a:endParaRPr>
            </a:p>
          </p:txBody>
        </p:sp>
        <p:cxnSp>
          <p:nvCxnSpPr>
            <p:cNvPr id="241" name="Google Shape;914;p66"/>
            <p:cNvCxnSpPr/>
            <p:nvPr/>
          </p:nvCxnSpPr>
          <p:spPr>
            <a:xfrm flipV="1">
              <a:off x="6159600" y="2535480"/>
              <a:ext cx="360" cy="1181160"/>
            </a:xfrm>
            <a:prstGeom prst="straightConnector1">
              <a:avLst/>
            </a:prstGeom>
            <a:ln w="9525">
              <a:solidFill>
                <a:srgbClr val="5C5E5E"/>
              </a:solidFill>
              <a:round/>
            </a:ln>
          </p:spPr>
        </p:cxnSp>
        <p:sp>
          <p:nvSpPr>
            <p:cNvPr id="242" name="Google Shape;915;p66"/>
            <p:cNvSpPr/>
            <p:nvPr/>
          </p:nvSpPr>
          <p:spPr>
            <a:xfrm>
              <a:off x="6213240" y="2725920"/>
              <a:ext cx="1288800" cy="1169280"/>
            </a:xfrm>
            <a:prstGeom prst="rect">
              <a:avLst/>
            </a:prstGeom>
            <a:noFill/>
            <a:ln w="0">
              <a:noFill/>
            </a:ln>
          </p:spPr>
          <p:style>
            <a:lnRef idx="0"/>
            <a:fillRef idx="0"/>
            <a:effectRef idx="0"/>
            <a:fontRef idx="minor"/>
          </p:style>
          <p:txBody>
            <a:bodyPr tIns="91440" bIns="91440" anchor="t">
              <a:spAutoFit/>
            </a:bodyPr>
            <a:p>
              <a:pPr>
                <a:lnSpc>
                  <a:spcPct val="100000"/>
                </a:lnSpc>
                <a:tabLst>
                  <a:tab pos="0" algn="l"/>
                </a:tabLst>
              </a:pPr>
              <a:r>
                <a:rPr lang="es-419" sz="1400" b="1" u="none" strike="noStrike">
                  <a:solidFill>
                    <a:schemeClr val="dk1"/>
                  </a:solidFill>
                  <a:effectLst/>
                  <a:uFillTx/>
                  <a:latin typeface="Inter"/>
                  <a:ea typeface="Inter"/>
                </a:rPr>
                <a:t>ENFOQUE DEL MES</a:t>
              </a:r>
              <a:endParaRPr lang="es-MX" sz="1400" b="0" u="none" strike="noStrike">
                <a:solidFill>
                  <a:srgbClr val="000000"/>
                </a:solidFill>
                <a:effectLst/>
                <a:uFillTx/>
                <a:latin typeface="Arial"/>
              </a:endParaRPr>
            </a:p>
            <a:p>
              <a:pPr>
                <a:lnSpc>
                  <a:spcPct val="100000"/>
                </a:lnSpc>
                <a:tabLst>
                  <a:tab pos="0" algn="l"/>
                </a:tabLst>
              </a:pPr>
              <a:r>
                <a:rPr lang="es-419" sz="1100" b="0" u="none" strike="noStrike">
                  <a:solidFill>
                    <a:schemeClr val="dk1"/>
                  </a:solidFill>
                  <a:effectLst/>
                  <a:uFillTx/>
                  <a:latin typeface="Inter"/>
                  <a:ea typeface="Inter"/>
                </a:rPr>
                <a:t>[Texto con descripción]</a:t>
              </a:r>
              <a:endParaRPr lang="es-MX" sz="1100" b="0" u="none" strike="noStrike">
                <a:solidFill>
                  <a:srgbClr val="000000"/>
                </a:solidFill>
                <a:effectLst/>
                <a:uFillTx/>
                <a:latin typeface="Arial"/>
              </a:endParaRPr>
            </a:p>
            <a:p>
              <a:pPr>
                <a:lnSpc>
                  <a:spcPct val="100000"/>
                </a:lnSpc>
                <a:tabLst>
                  <a:tab pos="0" algn="l"/>
                </a:tabLst>
              </a:pPr>
              <a:endParaRPr lang="es-MX" sz="1400" b="0" u="none" strike="noStrike">
                <a:solidFill>
                  <a:srgbClr val="000000"/>
                </a:solidFill>
                <a:effectLst/>
                <a:uFillTx/>
                <a:latin typeface="Arial"/>
              </a:endParaRPr>
            </a:p>
          </p:txBody>
        </p:sp>
        <p:cxnSp>
          <p:nvCxnSpPr>
            <p:cNvPr id="243" name="Google Shape;916;p66"/>
            <p:cNvCxnSpPr/>
            <p:nvPr/>
          </p:nvCxnSpPr>
          <p:spPr>
            <a:xfrm flipV="1">
              <a:off x="299160" y="1344600"/>
              <a:ext cx="360" cy="1181160"/>
            </a:xfrm>
            <a:prstGeom prst="straightConnector1">
              <a:avLst/>
            </a:prstGeom>
            <a:ln w="9525">
              <a:solidFill>
                <a:srgbClr val="EF9600"/>
              </a:solidFill>
              <a:round/>
            </a:ln>
          </p:spPr>
        </p:cxnSp>
        <p:sp>
          <p:nvSpPr>
            <p:cNvPr id="244" name="Google Shape;917;p66"/>
            <p:cNvSpPr/>
            <p:nvPr/>
          </p:nvSpPr>
          <p:spPr>
            <a:xfrm>
              <a:off x="352800" y="1177560"/>
              <a:ext cx="1288800" cy="1169280"/>
            </a:xfrm>
            <a:prstGeom prst="rect">
              <a:avLst/>
            </a:prstGeom>
            <a:noFill/>
            <a:ln w="0">
              <a:noFill/>
            </a:ln>
          </p:spPr>
          <p:style>
            <a:lnRef idx="0"/>
            <a:fillRef idx="0"/>
            <a:effectRef idx="0"/>
            <a:fontRef idx="minor"/>
          </p:style>
          <p:txBody>
            <a:bodyPr tIns="91440" bIns="91440" anchor="t">
              <a:spAutoFit/>
            </a:bodyPr>
            <a:p>
              <a:pPr>
                <a:lnSpc>
                  <a:spcPct val="100000"/>
                </a:lnSpc>
                <a:tabLst>
                  <a:tab pos="0" algn="l"/>
                </a:tabLst>
              </a:pPr>
              <a:r>
                <a:rPr lang="es-419" sz="1400" b="1" u="none" strike="noStrike">
                  <a:solidFill>
                    <a:schemeClr val="dk1"/>
                  </a:solidFill>
                  <a:effectLst/>
                  <a:uFillTx/>
                  <a:latin typeface="Inter"/>
                  <a:ea typeface="Inter"/>
                </a:rPr>
                <a:t>ENFOQUE DEL MES</a:t>
              </a:r>
              <a:endParaRPr lang="es-MX" sz="1400" b="0" u="none" strike="noStrike">
                <a:solidFill>
                  <a:srgbClr val="000000"/>
                </a:solidFill>
                <a:effectLst/>
                <a:uFillTx/>
                <a:latin typeface="Arial"/>
              </a:endParaRPr>
            </a:p>
            <a:p>
              <a:pPr>
                <a:lnSpc>
                  <a:spcPct val="100000"/>
                </a:lnSpc>
                <a:tabLst>
                  <a:tab pos="0" algn="l"/>
                </a:tabLst>
              </a:pPr>
              <a:r>
                <a:rPr lang="es-419" sz="1100" b="0" u="none" strike="noStrike">
                  <a:solidFill>
                    <a:schemeClr val="dk1"/>
                  </a:solidFill>
                  <a:effectLst/>
                  <a:uFillTx/>
                  <a:latin typeface="Inter"/>
                  <a:ea typeface="Inter"/>
                </a:rPr>
                <a:t>[Texto con descripción]</a:t>
              </a:r>
              <a:endParaRPr lang="es-MX" sz="1100" b="0" u="none" strike="noStrike">
                <a:solidFill>
                  <a:srgbClr val="000000"/>
                </a:solidFill>
                <a:effectLst/>
                <a:uFillTx/>
                <a:latin typeface="Arial"/>
              </a:endParaRPr>
            </a:p>
            <a:p>
              <a:pPr>
                <a:lnSpc>
                  <a:spcPct val="100000"/>
                </a:lnSpc>
                <a:tabLst>
                  <a:tab pos="0" algn="l"/>
                </a:tabLst>
              </a:pPr>
              <a:endParaRPr lang="es-MX" sz="1400" b="0" u="none" strike="noStrike">
                <a:solidFill>
                  <a:srgbClr val="000000"/>
                </a:solidFill>
                <a:effectLst/>
                <a:uFillTx/>
                <a:latin typeface="Arial"/>
              </a:endParaRPr>
            </a:p>
          </p:txBody>
        </p:sp>
        <p:cxnSp>
          <p:nvCxnSpPr>
            <p:cNvPr id="245" name="Google Shape;918;p66"/>
            <p:cNvCxnSpPr/>
            <p:nvPr/>
          </p:nvCxnSpPr>
          <p:spPr>
            <a:xfrm flipV="1">
              <a:off x="1744560" y="1344600"/>
              <a:ext cx="360" cy="1181160"/>
            </a:xfrm>
            <a:prstGeom prst="straightConnector1">
              <a:avLst/>
            </a:prstGeom>
            <a:ln w="9525">
              <a:solidFill>
                <a:srgbClr val="EF9600"/>
              </a:solidFill>
              <a:round/>
            </a:ln>
          </p:spPr>
        </p:cxnSp>
        <p:sp>
          <p:nvSpPr>
            <p:cNvPr id="246" name="Google Shape;919;p66"/>
            <p:cNvSpPr/>
            <p:nvPr/>
          </p:nvSpPr>
          <p:spPr>
            <a:xfrm>
              <a:off x="1798200" y="1177560"/>
              <a:ext cx="1288800" cy="1169280"/>
            </a:xfrm>
            <a:prstGeom prst="rect">
              <a:avLst/>
            </a:prstGeom>
            <a:noFill/>
            <a:ln w="0">
              <a:noFill/>
            </a:ln>
          </p:spPr>
          <p:style>
            <a:lnRef idx="0"/>
            <a:fillRef idx="0"/>
            <a:effectRef idx="0"/>
            <a:fontRef idx="minor"/>
          </p:style>
          <p:txBody>
            <a:bodyPr tIns="91440" bIns="91440" anchor="t">
              <a:spAutoFit/>
            </a:bodyPr>
            <a:p>
              <a:pPr>
                <a:lnSpc>
                  <a:spcPct val="100000"/>
                </a:lnSpc>
                <a:tabLst>
                  <a:tab pos="0" algn="l"/>
                </a:tabLst>
              </a:pPr>
              <a:r>
                <a:rPr lang="es-419" sz="1400" b="1" u="none" strike="noStrike">
                  <a:solidFill>
                    <a:schemeClr val="dk1"/>
                  </a:solidFill>
                  <a:effectLst/>
                  <a:uFillTx/>
                  <a:latin typeface="Inter"/>
                  <a:ea typeface="Inter"/>
                </a:rPr>
                <a:t>ENFOQUE DEL MES</a:t>
              </a:r>
              <a:endParaRPr lang="es-MX" sz="1400" b="0" u="none" strike="noStrike">
                <a:solidFill>
                  <a:srgbClr val="000000"/>
                </a:solidFill>
                <a:effectLst/>
                <a:uFillTx/>
                <a:latin typeface="Arial"/>
              </a:endParaRPr>
            </a:p>
            <a:p>
              <a:pPr>
                <a:lnSpc>
                  <a:spcPct val="100000"/>
                </a:lnSpc>
                <a:tabLst>
                  <a:tab pos="0" algn="l"/>
                </a:tabLst>
              </a:pPr>
              <a:r>
                <a:rPr lang="es-419" sz="1100" b="0" u="none" strike="noStrike">
                  <a:solidFill>
                    <a:schemeClr val="dk1"/>
                  </a:solidFill>
                  <a:effectLst/>
                  <a:uFillTx/>
                  <a:latin typeface="Inter"/>
                  <a:ea typeface="Inter"/>
                </a:rPr>
                <a:t>[Texto con descripción]</a:t>
              </a:r>
              <a:endParaRPr lang="es-MX" sz="1100" b="0" u="none" strike="noStrike">
                <a:solidFill>
                  <a:srgbClr val="000000"/>
                </a:solidFill>
                <a:effectLst/>
                <a:uFillTx/>
                <a:latin typeface="Arial"/>
              </a:endParaRPr>
            </a:p>
            <a:p>
              <a:pPr>
                <a:lnSpc>
                  <a:spcPct val="100000"/>
                </a:lnSpc>
                <a:tabLst>
                  <a:tab pos="0" algn="l"/>
                </a:tabLst>
              </a:pPr>
              <a:endParaRPr lang="es-MX" sz="1400" b="0" u="none" strike="noStrike">
                <a:solidFill>
                  <a:srgbClr val="000000"/>
                </a:solidFill>
                <a:effectLst/>
                <a:uFillTx/>
                <a:latin typeface="Arial"/>
              </a:endParaRPr>
            </a:p>
          </p:txBody>
        </p:sp>
        <p:cxnSp>
          <p:nvCxnSpPr>
            <p:cNvPr id="247" name="Google Shape;920;p66"/>
            <p:cNvCxnSpPr/>
            <p:nvPr/>
          </p:nvCxnSpPr>
          <p:spPr>
            <a:xfrm flipV="1">
              <a:off x="3189960" y="1344600"/>
              <a:ext cx="360" cy="1181160"/>
            </a:xfrm>
            <a:prstGeom prst="straightConnector1">
              <a:avLst/>
            </a:prstGeom>
            <a:ln w="9525">
              <a:solidFill>
                <a:srgbClr val="EF9600"/>
              </a:solidFill>
              <a:round/>
            </a:ln>
          </p:spPr>
        </p:cxnSp>
        <p:sp>
          <p:nvSpPr>
            <p:cNvPr id="248" name="Google Shape;921;p66"/>
            <p:cNvSpPr/>
            <p:nvPr/>
          </p:nvSpPr>
          <p:spPr>
            <a:xfrm>
              <a:off x="3243600" y="1177560"/>
              <a:ext cx="1288800" cy="1169280"/>
            </a:xfrm>
            <a:prstGeom prst="rect">
              <a:avLst/>
            </a:prstGeom>
            <a:noFill/>
            <a:ln w="0">
              <a:noFill/>
            </a:ln>
          </p:spPr>
          <p:style>
            <a:lnRef idx="0"/>
            <a:fillRef idx="0"/>
            <a:effectRef idx="0"/>
            <a:fontRef idx="minor"/>
          </p:style>
          <p:txBody>
            <a:bodyPr tIns="91440" bIns="91440" anchor="t">
              <a:spAutoFit/>
            </a:bodyPr>
            <a:p>
              <a:pPr>
                <a:lnSpc>
                  <a:spcPct val="100000"/>
                </a:lnSpc>
                <a:tabLst>
                  <a:tab pos="0" algn="l"/>
                </a:tabLst>
              </a:pPr>
              <a:r>
                <a:rPr lang="es-419" sz="1400" b="1" u="none" strike="noStrike">
                  <a:solidFill>
                    <a:schemeClr val="dk1"/>
                  </a:solidFill>
                  <a:effectLst/>
                  <a:uFillTx/>
                  <a:latin typeface="Montserrat"/>
                  <a:ea typeface="Montserrat"/>
                </a:rPr>
                <a:t>ENFOQUE DEL MES</a:t>
              </a:r>
              <a:endParaRPr lang="es-MX" sz="1400" b="0" u="none" strike="noStrike">
                <a:solidFill>
                  <a:srgbClr val="000000"/>
                </a:solidFill>
                <a:effectLst/>
                <a:uFillTx/>
                <a:latin typeface="Arial"/>
              </a:endParaRPr>
            </a:p>
            <a:p>
              <a:pPr>
                <a:lnSpc>
                  <a:spcPct val="100000"/>
                </a:lnSpc>
                <a:tabLst>
                  <a:tab pos="0" algn="l"/>
                </a:tabLst>
              </a:pPr>
              <a:r>
                <a:rPr lang="es-419" sz="1100" b="0" u="none" strike="noStrike">
                  <a:solidFill>
                    <a:schemeClr val="dk1"/>
                  </a:solidFill>
                  <a:effectLst/>
                  <a:uFillTx/>
                  <a:latin typeface="Inter"/>
                  <a:ea typeface="Inter"/>
                </a:rPr>
                <a:t>[Texto con descripción]</a:t>
              </a:r>
              <a:endParaRPr lang="es-MX" sz="1100" b="0" u="none" strike="noStrike">
                <a:solidFill>
                  <a:srgbClr val="000000"/>
                </a:solidFill>
                <a:effectLst/>
                <a:uFillTx/>
                <a:latin typeface="Arial"/>
              </a:endParaRPr>
            </a:p>
            <a:p>
              <a:pPr>
                <a:lnSpc>
                  <a:spcPct val="100000"/>
                </a:lnSpc>
                <a:tabLst>
                  <a:tab pos="0" algn="l"/>
                </a:tabLst>
              </a:pPr>
              <a:endParaRPr lang="es-MX" sz="1400" b="0" u="none" strike="noStrike">
                <a:solidFill>
                  <a:srgbClr val="000000"/>
                </a:solidFill>
                <a:effectLst/>
                <a:uFillTx/>
                <a:latin typeface="Arial"/>
              </a:endParaRPr>
            </a:p>
          </p:txBody>
        </p:sp>
        <p:sp>
          <p:nvSpPr>
            <p:cNvPr id="249" name="Google Shape;922;p66"/>
            <p:cNvSpPr/>
            <p:nvPr/>
          </p:nvSpPr>
          <p:spPr>
            <a:xfrm>
              <a:off x="4551480" y="2365560"/>
              <a:ext cx="1446120" cy="283320"/>
            </a:xfrm>
            <a:custGeom>
              <a:avLst/>
              <a:gdLst>
                <a:gd name="textAreaLeft" fmla="*/ 0 w 1446120"/>
                <a:gd name="textAreaRight" fmla="*/ 1446480 w 1446120"/>
                <a:gd name="textAreaTop" fmla="*/ 0 h 283320"/>
                <a:gd name="textAreaBottom" fmla="*/ 283680 h 283320"/>
              </a:gdLst>
              <a:ahLst/>
              <a:cxnLst/>
              <a:rect l="textAreaLeft" t="textAreaTop" r="textAreaRight" b="textAreaBottom"/>
              <a:pathLst>
                <a:path w="18297" h="3589">
                  <a:moveTo>
                    <a:pt x="1792" y="0"/>
                  </a:moveTo>
                  <a:cubicBezTo>
                    <a:pt x="800" y="0"/>
                    <a:pt x="0" y="804"/>
                    <a:pt x="0" y="1792"/>
                  </a:cubicBezTo>
                  <a:cubicBezTo>
                    <a:pt x="0" y="2785"/>
                    <a:pt x="800" y="3588"/>
                    <a:pt x="1792" y="3588"/>
                  </a:cubicBezTo>
                  <a:lnTo>
                    <a:pt x="16504" y="3588"/>
                  </a:lnTo>
                  <a:cubicBezTo>
                    <a:pt x="17493" y="3588"/>
                    <a:pt x="18296" y="2785"/>
                    <a:pt x="18296" y="1792"/>
                  </a:cubicBezTo>
                  <a:cubicBezTo>
                    <a:pt x="18296" y="804"/>
                    <a:pt x="17493" y="0"/>
                    <a:pt x="16504" y="0"/>
                  </a:cubicBezTo>
                  <a:close/>
                </a:path>
              </a:pathLst>
            </a:custGeom>
            <a:solidFill>
              <a:srgbClr val="5F6566"/>
            </a:solidFill>
            <a:ln w="0">
              <a:noFill/>
            </a:ln>
          </p:spPr>
          <p:style>
            <a:lnRef idx="0"/>
            <a:fillRef idx="0"/>
            <a:effectRef idx="0"/>
            <a:fontRef idx="minor"/>
          </p:style>
          <p:txBody>
            <a:bodyPr tIns="91440" bIns="91440" anchor="ctr">
              <a:noAutofit/>
            </a:bodyPr>
            <a:p>
              <a:endParaRPr lang="es-MX" sz="1400" b="0" u="none" strike="noStrike">
                <a:solidFill>
                  <a:srgbClr val="FFFFFF"/>
                </a:solidFill>
                <a:effectLst/>
                <a:uFillTx/>
                <a:latin typeface="Arial"/>
              </a:endParaRPr>
            </a:p>
          </p:txBody>
        </p:sp>
        <p:sp>
          <p:nvSpPr>
            <p:cNvPr id="250" name="Google Shape;923;p66"/>
            <p:cNvSpPr/>
            <p:nvPr/>
          </p:nvSpPr>
          <p:spPr>
            <a:xfrm>
              <a:off x="1641960" y="2365560"/>
              <a:ext cx="1446480" cy="283320"/>
            </a:xfrm>
            <a:custGeom>
              <a:avLst/>
              <a:gdLst>
                <a:gd name="textAreaLeft" fmla="*/ 0 w 1446480"/>
                <a:gd name="textAreaRight" fmla="*/ 1446840 w 1446480"/>
                <a:gd name="textAreaTop" fmla="*/ 0 h 283320"/>
                <a:gd name="textAreaBottom" fmla="*/ 283680 h 283320"/>
              </a:gdLst>
              <a:ahLst/>
              <a:cxnLst/>
              <a:rect l="textAreaLeft" t="textAreaTop" r="textAreaRight" b="textAreaBottom"/>
              <a:pathLst>
                <a:path w="18301" h="3589">
                  <a:moveTo>
                    <a:pt x="1792" y="0"/>
                  </a:moveTo>
                  <a:cubicBezTo>
                    <a:pt x="804" y="0"/>
                    <a:pt x="0" y="804"/>
                    <a:pt x="0" y="1792"/>
                  </a:cubicBezTo>
                  <a:cubicBezTo>
                    <a:pt x="0" y="2785"/>
                    <a:pt x="804" y="3588"/>
                    <a:pt x="1792" y="3588"/>
                  </a:cubicBezTo>
                  <a:lnTo>
                    <a:pt x="16504" y="3588"/>
                  </a:lnTo>
                  <a:cubicBezTo>
                    <a:pt x="17497" y="3588"/>
                    <a:pt x="18300" y="2785"/>
                    <a:pt x="18300" y="1792"/>
                  </a:cubicBezTo>
                  <a:cubicBezTo>
                    <a:pt x="18300" y="804"/>
                    <a:pt x="17497" y="0"/>
                    <a:pt x="16504" y="0"/>
                  </a:cubicBezTo>
                  <a:close/>
                </a:path>
              </a:pathLst>
            </a:custGeom>
            <a:solidFill>
              <a:srgbClr val="F7AF35"/>
            </a:soli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251" name="Google Shape;924;p66"/>
            <p:cNvSpPr/>
            <p:nvPr/>
          </p:nvSpPr>
          <p:spPr>
            <a:xfrm>
              <a:off x="185040" y="2365560"/>
              <a:ext cx="1446480" cy="283320"/>
            </a:xfrm>
            <a:custGeom>
              <a:avLst/>
              <a:gdLst>
                <a:gd name="textAreaLeft" fmla="*/ 0 w 1446480"/>
                <a:gd name="textAreaRight" fmla="*/ 1446840 w 1446480"/>
                <a:gd name="textAreaTop" fmla="*/ 0 h 283320"/>
                <a:gd name="textAreaBottom" fmla="*/ 283680 h 283320"/>
              </a:gdLst>
              <a:ahLst/>
              <a:cxnLst/>
              <a:rect l="textAreaLeft" t="textAreaTop" r="textAreaRight" b="textAreaBottom"/>
              <a:pathLst>
                <a:path w="18301" h="3589">
                  <a:moveTo>
                    <a:pt x="1792" y="0"/>
                  </a:moveTo>
                  <a:cubicBezTo>
                    <a:pt x="804" y="0"/>
                    <a:pt x="0" y="804"/>
                    <a:pt x="0" y="1792"/>
                  </a:cubicBezTo>
                  <a:cubicBezTo>
                    <a:pt x="0" y="2785"/>
                    <a:pt x="804" y="3588"/>
                    <a:pt x="1792" y="3588"/>
                  </a:cubicBezTo>
                  <a:lnTo>
                    <a:pt x="16504" y="3588"/>
                  </a:lnTo>
                  <a:cubicBezTo>
                    <a:pt x="17497" y="3588"/>
                    <a:pt x="18300" y="2785"/>
                    <a:pt x="18300" y="1792"/>
                  </a:cubicBezTo>
                  <a:cubicBezTo>
                    <a:pt x="18300" y="804"/>
                    <a:pt x="17497" y="0"/>
                    <a:pt x="16504" y="0"/>
                  </a:cubicBezTo>
                  <a:close/>
                </a:path>
              </a:pathLst>
            </a:custGeom>
            <a:solidFill>
              <a:srgbClr val="F7AF35"/>
            </a:soli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252" name="Google Shape;925;p66"/>
            <p:cNvSpPr/>
            <p:nvPr/>
          </p:nvSpPr>
          <p:spPr>
            <a:xfrm>
              <a:off x="3098880" y="2365560"/>
              <a:ext cx="1446480" cy="283320"/>
            </a:xfrm>
            <a:custGeom>
              <a:avLst/>
              <a:gdLst>
                <a:gd name="textAreaLeft" fmla="*/ 0 w 1446480"/>
                <a:gd name="textAreaRight" fmla="*/ 1446840 w 1446480"/>
                <a:gd name="textAreaTop" fmla="*/ 0 h 283320"/>
                <a:gd name="textAreaBottom" fmla="*/ 283680 h 283320"/>
              </a:gdLst>
              <a:ahLst/>
              <a:cxnLst/>
              <a:rect l="textAreaLeft" t="textAreaTop" r="textAreaRight" b="textAreaBottom"/>
              <a:pathLst>
                <a:path w="18301" h="3589">
                  <a:moveTo>
                    <a:pt x="1792" y="0"/>
                  </a:moveTo>
                  <a:cubicBezTo>
                    <a:pt x="804" y="0"/>
                    <a:pt x="0" y="804"/>
                    <a:pt x="0" y="1792"/>
                  </a:cubicBezTo>
                  <a:cubicBezTo>
                    <a:pt x="0" y="2785"/>
                    <a:pt x="804" y="3588"/>
                    <a:pt x="1792" y="3588"/>
                  </a:cubicBezTo>
                  <a:lnTo>
                    <a:pt x="16504" y="3588"/>
                  </a:lnTo>
                  <a:cubicBezTo>
                    <a:pt x="17497" y="3588"/>
                    <a:pt x="18300" y="2785"/>
                    <a:pt x="18300" y="1792"/>
                  </a:cubicBezTo>
                  <a:cubicBezTo>
                    <a:pt x="18300" y="804"/>
                    <a:pt x="17497" y="0"/>
                    <a:pt x="16504" y="0"/>
                  </a:cubicBezTo>
                  <a:close/>
                </a:path>
              </a:pathLst>
            </a:custGeom>
            <a:solidFill>
              <a:srgbClr val="F7AF35"/>
            </a:soli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253" name="Google Shape;926;p66"/>
            <p:cNvSpPr/>
            <p:nvPr/>
          </p:nvSpPr>
          <p:spPr>
            <a:xfrm>
              <a:off x="6004080" y="2365560"/>
              <a:ext cx="1446120" cy="283320"/>
            </a:xfrm>
            <a:custGeom>
              <a:avLst/>
              <a:gdLst>
                <a:gd name="textAreaLeft" fmla="*/ 0 w 1446120"/>
                <a:gd name="textAreaRight" fmla="*/ 1446480 w 1446120"/>
                <a:gd name="textAreaTop" fmla="*/ 0 h 283320"/>
                <a:gd name="textAreaBottom" fmla="*/ 283680 h 283320"/>
              </a:gdLst>
              <a:ahLst/>
              <a:cxnLst/>
              <a:rect l="textAreaLeft" t="textAreaTop" r="textAreaRight" b="textAreaBottom"/>
              <a:pathLst>
                <a:path w="18297" h="3589">
                  <a:moveTo>
                    <a:pt x="1792" y="0"/>
                  </a:moveTo>
                  <a:cubicBezTo>
                    <a:pt x="800" y="0"/>
                    <a:pt x="0" y="804"/>
                    <a:pt x="0" y="1792"/>
                  </a:cubicBezTo>
                  <a:cubicBezTo>
                    <a:pt x="0" y="2785"/>
                    <a:pt x="800" y="3588"/>
                    <a:pt x="1792" y="3588"/>
                  </a:cubicBezTo>
                  <a:lnTo>
                    <a:pt x="16504" y="3588"/>
                  </a:lnTo>
                  <a:cubicBezTo>
                    <a:pt x="17493" y="3588"/>
                    <a:pt x="18296" y="2785"/>
                    <a:pt x="18296" y="1792"/>
                  </a:cubicBezTo>
                  <a:cubicBezTo>
                    <a:pt x="18296" y="804"/>
                    <a:pt x="17493" y="0"/>
                    <a:pt x="16504" y="0"/>
                  </a:cubicBezTo>
                  <a:close/>
                </a:path>
              </a:pathLst>
            </a:custGeom>
            <a:solidFill>
              <a:srgbClr val="5F6566"/>
            </a:solidFill>
            <a:ln w="0">
              <a:noFill/>
            </a:ln>
          </p:spPr>
          <p:style>
            <a:lnRef idx="0"/>
            <a:fillRef idx="0"/>
            <a:effectRef idx="0"/>
            <a:fontRef idx="minor"/>
          </p:style>
          <p:txBody>
            <a:bodyPr tIns="91440" bIns="91440" anchor="ctr">
              <a:noAutofit/>
            </a:bodyPr>
            <a:p>
              <a:endParaRPr lang="es-MX" sz="1400" b="0" u="none" strike="noStrike">
                <a:solidFill>
                  <a:srgbClr val="FFFFFF"/>
                </a:solidFill>
                <a:effectLst/>
                <a:uFillTx/>
                <a:latin typeface="Arial"/>
              </a:endParaRPr>
            </a:p>
          </p:txBody>
        </p:sp>
        <p:sp>
          <p:nvSpPr>
            <p:cNvPr id="254" name="Google Shape;927;p66"/>
            <p:cNvSpPr/>
            <p:nvPr/>
          </p:nvSpPr>
          <p:spPr>
            <a:xfrm>
              <a:off x="430920" y="2335680"/>
              <a:ext cx="961200" cy="369000"/>
            </a:xfrm>
            <a:prstGeom prst="rect">
              <a:avLst/>
            </a:prstGeom>
            <a:noFill/>
            <a:ln w="0">
              <a:noFill/>
            </a:ln>
          </p:spPr>
          <p:style>
            <a:lnRef idx="0"/>
            <a:fillRef idx="0"/>
            <a:effectRef idx="0"/>
            <a:fontRef idx="minor"/>
          </p:style>
          <p:txBody>
            <a:bodyPr tIns="91440" bIns="91440" anchor="t">
              <a:spAutoFit/>
            </a:bodyPr>
            <a:p>
              <a:pPr algn="ctr">
                <a:lnSpc>
                  <a:spcPct val="100000"/>
                </a:lnSpc>
                <a:tabLst>
                  <a:tab pos="0" algn="l"/>
                </a:tabLst>
              </a:pPr>
              <a:r>
                <a:rPr lang="es-419" sz="1200" b="1" u="none" strike="noStrike">
                  <a:solidFill>
                    <a:srgbClr val="FFFFFF"/>
                  </a:solidFill>
                  <a:effectLst/>
                  <a:uFillTx/>
                  <a:latin typeface="Inter"/>
                  <a:ea typeface="Inter"/>
                </a:rPr>
                <a:t>Mes 1</a:t>
              </a:r>
              <a:endParaRPr lang="es-MX" sz="1200" b="0" u="none" strike="noStrike">
                <a:solidFill>
                  <a:srgbClr val="000000"/>
                </a:solidFill>
                <a:effectLst/>
                <a:uFillTx/>
                <a:latin typeface="Arial"/>
              </a:endParaRPr>
            </a:p>
          </p:txBody>
        </p:sp>
        <p:sp>
          <p:nvSpPr>
            <p:cNvPr id="255" name="Google Shape;928;p66"/>
            <p:cNvSpPr/>
            <p:nvPr/>
          </p:nvSpPr>
          <p:spPr>
            <a:xfrm>
              <a:off x="1886040" y="2335680"/>
              <a:ext cx="961200" cy="369000"/>
            </a:xfrm>
            <a:prstGeom prst="rect">
              <a:avLst/>
            </a:prstGeom>
            <a:noFill/>
            <a:ln w="0">
              <a:noFill/>
            </a:ln>
          </p:spPr>
          <p:style>
            <a:lnRef idx="0"/>
            <a:fillRef idx="0"/>
            <a:effectRef idx="0"/>
            <a:fontRef idx="minor"/>
          </p:style>
          <p:txBody>
            <a:bodyPr tIns="91440" bIns="91440" anchor="t">
              <a:spAutoFit/>
            </a:bodyPr>
            <a:p>
              <a:pPr algn="ctr">
                <a:lnSpc>
                  <a:spcPct val="100000"/>
                </a:lnSpc>
                <a:tabLst>
                  <a:tab pos="0" algn="l"/>
                </a:tabLst>
              </a:pPr>
              <a:r>
                <a:rPr lang="es-419" sz="1200" b="1" u="none" strike="noStrike">
                  <a:solidFill>
                    <a:srgbClr val="FFFFFF"/>
                  </a:solidFill>
                  <a:effectLst/>
                  <a:uFillTx/>
                  <a:latin typeface="Inter"/>
                  <a:ea typeface="Inter"/>
                </a:rPr>
                <a:t>Mes 2</a:t>
              </a:r>
              <a:endParaRPr lang="es-MX" sz="1200" b="0" u="none" strike="noStrike">
                <a:solidFill>
                  <a:srgbClr val="000000"/>
                </a:solidFill>
                <a:effectLst/>
                <a:uFillTx/>
                <a:latin typeface="Arial"/>
              </a:endParaRPr>
            </a:p>
          </p:txBody>
        </p:sp>
        <p:sp>
          <p:nvSpPr>
            <p:cNvPr id="256" name="Google Shape;929;p66"/>
            <p:cNvSpPr/>
            <p:nvPr/>
          </p:nvSpPr>
          <p:spPr>
            <a:xfrm>
              <a:off x="3338640" y="2335680"/>
              <a:ext cx="961200" cy="369000"/>
            </a:xfrm>
            <a:prstGeom prst="rect">
              <a:avLst/>
            </a:prstGeom>
            <a:noFill/>
            <a:ln w="0">
              <a:noFill/>
            </a:ln>
          </p:spPr>
          <p:style>
            <a:lnRef idx="0"/>
            <a:fillRef idx="0"/>
            <a:effectRef idx="0"/>
            <a:fontRef idx="minor"/>
          </p:style>
          <p:txBody>
            <a:bodyPr tIns="91440" bIns="91440" anchor="t">
              <a:spAutoFit/>
            </a:bodyPr>
            <a:p>
              <a:pPr algn="ctr">
                <a:lnSpc>
                  <a:spcPct val="100000"/>
                </a:lnSpc>
                <a:tabLst>
                  <a:tab pos="0" algn="l"/>
                </a:tabLst>
              </a:pPr>
              <a:r>
                <a:rPr lang="es-419" sz="1200" b="1" u="none" strike="noStrike">
                  <a:solidFill>
                    <a:srgbClr val="FFFFFF"/>
                  </a:solidFill>
                  <a:effectLst/>
                  <a:uFillTx/>
                  <a:latin typeface="Inter"/>
                  <a:ea typeface="Inter"/>
                </a:rPr>
                <a:t>Mes 3</a:t>
              </a:r>
              <a:endParaRPr lang="es-MX" sz="1200" b="0" u="none" strike="noStrike">
                <a:solidFill>
                  <a:srgbClr val="000000"/>
                </a:solidFill>
                <a:effectLst/>
                <a:uFillTx/>
                <a:latin typeface="Arial"/>
              </a:endParaRPr>
            </a:p>
          </p:txBody>
        </p:sp>
        <p:sp>
          <p:nvSpPr>
            <p:cNvPr id="257" name="Google Shape;930;p66"/>
            <p:cNvSpPr/>
            <p:nvPr/>
          </p:nvSpPr>
          <p:spPr>
            <a:xfrm>
              <a:off x="4794120" y="2335680"/>
              <a:ext cx="961200" cy="369000"/>
            </a:xfrm>
            <a:prstGeom prst="rect">
              <a:avLst/>
            </a:prstGeom>
            <a:noFill/>
            <a:ln w="0">
              <a:noFill/>
            </a:ln>
          </p:spPr>
          <p:style>
            <a:lnRef idx="0"/>
            <a:fillRef idx="0"/>
            <a:effectRef idx="0"/>
            <a:fontRef idx="minor"/>
          </p:style>
          <p:txBody>
            <a:bodyPr tIns="91440" bIns="91440" anchor="t">
              <a:spAutoFit/>
            </a:bodyPr>
            <a:p>
              <a:pPr algn="ctr">
                <a:lnSpc>
                  <a:spcPct val="100000"/>
                </a:lnSpc>
                <a:tabLst>
                  <a:tab pos="0" algn="l"/>
                </a:tabLst>
              </a:pPr>
              <a:r>
                <a:rPr lang="es-419" sz="1200" b="1" u="none" strike="noStrike">
                  <a:solidFill>
                    <a:srgbClr val="FFFFFF"/>
                  </a:solidFill>
                  <a:effectLst/>
                  <a:uFillTx/>
                  <a:latin typeface="Inter"/>
                  <a:ea typeface="Inter"/>
                </a:rPr>
                <a:t>Mes 4</a:t>
              </a:r>
              <a:endParaRPr lang="es-MX" sz="1200" b="0" u="none" strike="noStrike">
                <a:solidFill>
                  <a:srgbClr val="000000"/>
                </a:solidFill>
                <a:effectLst/>
                <a:uFillTx/>
                <a:latin typeface="Arial"/>
              </a:endParaRPr>
            </a:p>
          </p:txBody>
        </p:sp>
        <p:sp>
          <p:nvSpPr>
            <p:cNvPr id="258" name="Google Shape;931;p66"/>
            <p:cNvSpPr/>
            <p:nvPr/>
          </p:nvSpPr>
          <p:spPr>
            <a:xfrm>
              <a:off x="6249240" y="2335680"/>
              <a:ext cx="961200" cy="369000"/>
            </a:xfrm>
            <a:prstGeom prst="rect">
              <a:avLst/>
            </a:prstGeom>
            <a:noFill/>
            <a:ln w="0">
              <a:noFill/>
            </a:ln>
          </p:spPr>
          <p:style>
            <a:lnRef idx="0"/>
            <a:fillRef idx="0"/>
            <a:effectRef idx="0"/>
            <a:fontRef idx="minor"/>
          </p:style>
          <p:txBody>
            <a:bodyPr tIns="91440" bIns="91440" anchor="t">
              <a:spAutoFit/>
            </a:bodyPr>
            <a:p>
              <a:pPr algn="ctr">
                <a:lnSpc>
                  <a:spcPct val="100000"/>
                </a:lnSpc>
                <a:tabLst>
                  <a:tab pos="0" algn="l"/>
                </a:tabLst>
              </a:pPr>
              <a:r>
                <a:rPr lang="es-419" sz="1200" b="1" u="none" strike="noStrike">
                  <a:solidFill>
                    <a:srgbClr val="FFFFFF"/>
                  </a:solidFill>
                  <a:effectLst/>
                  <a:uFillTx/>
                  <a:latin typeface="Inter"/>
                  <a:ea typeface="Inter"/>
                </a:rPr>
                <a:t>Mes 5</a:t>
              </a:r>
              <a:endParaRPr lang="es-MX" sz="1200" b="0" u="none" strike="noStrike">
                <a:solidFill>
                  <a:srgbClr val="000000"/>
                </a:solidFill>
                <a:effectLst/>
                <a:uFillTx/>
                <a:latin typeface="Arial"/>
              </a:endParaRPr>
            </a:p>
          </p:txBody>
        </p:sp>
        <p:sp>
          <p:nvSpPr>
            <p:cNvPr id="259" name="Google Shape;932;p66"/>
            <p:cNvSpPr/>
            <p:nvPr/>
          </p:nvSpPr>
          <p:spPr>
            <a:xfrm>
              <a:off x="188280" y="2730240"/>
              <a:ext cx="4360680" cy="260640"/>
            </a:xfrm>
            <a:custGeom>
              <a:avLst/>
              <a:gdLst>
                <a:gd name="textAreaLeft" fmla="*/ 0 w 4360680"/>
                <a:gd name="textAreaRight" fmla="*/ 4361040 w 4360680"/>
                <a:gd name="textAreaTop" fmla="*/ 0 h 260640"/>
                <a:gd name="textAreaBottom" fmla="*/ 261000 h 260640"/>
              </a:gdLst>
              <a:ahLst/>
              <a:cxnLst/>
              <a:rect l="textAreaLeft" t="textAreaTop" r="textAreaRight" b="textAreaBottom"/>
              <a:pathLst>
                <a:path w="62363" h="3734">
                  <a:moveTo>
                    <a:pt x="1867" y="0"/>
                  </a:moveTo>
                  <a:cubicBezTo>
                    <a:pt x="834" y="0"/>
                    <a:pt x="0" y="835"/>
                    <a:pt x="0" y="1867"/>
                  </a:cubicBezTo>
                  <a:cubicBezTo>
                    <a:pt x="0" y="2899"/>
                    <a:pt x="834" y="3733"/>
                    <a:pt x="1867" y="3733"/>
                  </a:cubicBezTo>
                  <a:lnTo>
                    <a:pt x="60496" y="3733"/>
                  </a:lnTo>
                  <a:cubicBezTo>
                    <a:pt x="61528" y="3733"/>
                    <a:pt x="62362" y="2899"/>
                    <a:pt x="62362" y="1867"/>
                  </a:cubicBezTo>
                  <a:cubicBezTo>
                    <a:pt x="62362" y="835"/>
                    <a:pt x="61528" y="0"/>
                    <a:pt x="60496" y="0"/>
                  </a:cubicBezTo>
                  <a:close/>
                </a:path>
              </a:pathLst>
            </a:custGeom>
            <a:solidFill>
              <a:srgbClr val="EF9600">
                <a:alpha val="57000"/>
              </a:srgbClr>
            </a:solidFill>
            <a:ln w="0">
              <a:noFill/>
            </a:ln>
          </p:spPr>
          <p:style>
            <a:lnRef idx="0"/>
            <a:fillRef idx="0"/>
            <a:effectRef idx="0"/>
            <a:fontRef idx="minor"/>
          </p:style>
          <p:txBody>
            <a:bodyPr tIns="91440" bIns="91440" anchor="ctr">
              <a:noAutofit/>
            </a:bodyPr>
            <a:p>
              <a:endParaRPr lang="es-MX" sz="1400" b="0" u="none" strike="noStrike">
                <a:solidFill>
                  <a:srgbClr val="000000"/>
                </a:solidFill>
                <a:effectLst/>
                <a:uFillTx/>
                <a:latin typeface="Arial"/>
              </a:endParaRPr>
            </a:p>
          </p:txBody>
        </p:sp>
        <p:sp>
          <p:nvSpPr>
            <p:cNvPr id="260" name="Google Shape;933;p66"/>
            <p:cNvSpPr/>
            <p:nvPr/>
          </p:nvSpPr>
          <p:spPr>
            <a:xfrm>
              <a:off x="1886040" y="2675880"/>
              <a:ext cx="961200" cy="369000"/>
            </a:xfrm>
            <a:prstGeom prst="rect">
              <a:avLst/>
            </a:prstGeom>
            <a:noFill/>
            <a:ln w="0">
              <a:noFill/>
            </a:ln>
          </p:spPr>
          <p:style>
            <a:lnRef idx="0"/>
            <a:fillRef idx="0"/>
            <a:effectRef idx="0"/>
            <a:fontRef idx="minor"/>
          </p:style>
          <p:txBody>
            <a:bodyPr tIns="91440" bIns="91440" anchor="t">
              <a:spAutoFit/>
            </a:bodyPr>
            <a:p>
              <a:pPr algn="ctr">
                <a:lnSpc>
                  <a:spcPct val="100000"/>
                </a:lnSpc>
                <a:tabLst>
                  <a:tab pos="0" algn="l"/>
                </a:tabLst>
              </a:pPr>
              <a:r>
                <a:rPr lang="es-419" sz="1200" b="1" u="none" strike="noStrike">
                  <a:solidFill>
                    <a:srgbClr val="FFFFFF"/>
                  </a:solidFill>
                  <a:effectLst/>
                  <a:uFillTx/>
                  <a:latin typeface="Montserrat"/>
                  <a:ea typeface="Montserrat"/>
                </a:rPr>
                <a:t>T1</a:t>
              </a:r>
              <a:endParaRPr lang="es-MX" sz="1200" b="0" u="none" strike="noStrike">
                <a:solidFill>
                  <a:srgbClr val="000000"/>
                </a:solidFill>
                <a:effectLst/>
                <a:uFillTx/>
                <a:latin typeface="Arial"/>
              </a:endParaRPr>
            </a:p>
          </p:txBody>
        </p:sp>
        <p:sp>
          <p:nvSpPr>
            <p:cNvPr id="261" name="Google Shape;934;p66"/>
            <p:cNvSpPr/>
            <p:nvPr/>
          </p:nvSpPr>
          <p:spPr>
            <a:xfrm>
              <a:off x="4586400" y="2017440"/>
              <a:ext cx="4320720" cy="260640"/>
            </a:xfrm>
            <a:custGeom>
              <a:avLst/>
              <a:gdLst>
                <a:gd name="textAreaLeft" fmla="*/ 0 w 4320720"/>
                <a:gd name="textAreaRight" fmla="*/ 4321080 w 4320720"/>
                <a:gd name="textAreaTop" fmla="*/ 0 h 260640"/>
                <a:gd name="textAreaBottom" fmla="*/ 261000 h 260640"/>
              </a:gdLst>
              <a:ahLst/>
              <a:cxnLst/>
              <a:rect l="textAreaLeft" t="textAreaTop" r="textAreaRight" b="textAreaBottom"/>
              <a:pathLst>
                <a:path w="62363" h="3734">
                  <a:moveTo>
                    <a:pt x="1867" y="0"/>
                  </a:moveTo>
                  <a:cubicBezTo>
                    <a:pt x="834" y="0"/>
                    <a:pt x="0" y="835"/>
                    <a:pt x="0" y="1867"/>
                  </a:cubicBezTo>
                  <a:cubicBezTo>
                    <a:pt x="0" y="2899"/>
                    <a:pt x="834" y="3733"/>
                    <a:pt x="1867" y="3733"/>
                  </a:cubicBezTo>
                  <a:lnTo>
                    <a:pt x="60496" y="3733"/>
                  </a:lnTo>
                  <a:cubicBezTo>
                    <a:pt x="61528" y="3733"/>
                    <a:pt x="62362" y="2899"/>
                    <a:pt x="62362" y="1867"/>
                  </a:cubicBezTo>
                  <a:cubicBezTo>
                    <a:pt x="62362" y="835"/>
                    <a:pt x="61528" y="0"/>
                    <a:pt x="60496" y="0"/>
                  </a:cubicBezTo>
                  <a:close/>
                </a:path>
              </a:pathLst>
            </a:custGeom>
            <a:solidFill>
              <a:srgbClr val="999999"/>
            </a:solidFill>
            <a:ln w="0">
              <a:noFill/>
            </a:ln>
          </p:spPr>
          <p:style>
            <a:lnRef idx="0"/>
            <a:fillRef idx="0"/>
            <a:effectRef idx="0"/>
            <a:fontRef idx="minor"/>
          </p:style>
          <p:txBody>
            <a:bodyPr tIns="91440" bIns="91440" anchor="ctr">
              <a:noAutofit/>
            </a:bodyPr>
            <a:p>
              <a:endParaRPr lang="es-MX" sz="1400" b="0" u="none" strike="noStrike">
                <a:solidFill>
                  <a:srgbClr val="FFFFFF"/>
                </a:solidFill>
                <a:effectLst/>
                <a:uFillTx/>
                <a:latin typeface="Arial"/>
              </a:endParaRPr>
            </a:p>
          </p:txBody>
        </p:sp>
        <p:sp>
          <p:nvSpPr>
            <p:cNvPr id="262" name="Google Shape;935;p66"/>
            <p:cNvSpPr/>
            <p:nvPr/>
          </p:nvSpPr>
          <p:spPr>
            <a:xfrm>
              <a:off x="6284160" y="1963080"/>
              <a:ext cx="961200" cy="369000"/>
            </a:xfrm>
            <a:prstGeom prst="rect">
              <a:avLst/>
            </a:prstGeom>
            <a:noFill/>
            <a:ln w="0">
              <a:noFill/>
            </a:ln>
          </p:spPr>
          <p:style>
            <a:lnRef idx="0"/>
            <a:fillRef idx="0"/>
            <a:effectRef idx="0"/>
            <a:fontRef idx="minor"/>
          </p:style>
          <p:txBody>
            <a:bodyPr tIns="91440" bIns="91440" anchor="t">
              <a:spAutoFit/>
            </a:bodyPr>
            <a:p>
              <a:pPr algn="ctr">
                <a:lnSpc>
                  <a:spcPct val="100000"/>
                </a:lnSpc>
                <a:tabLst>
                  <a:tab pos="0" algn="l"/>
                </a:tabLst>
              </a:pPr>
              <a:r>
                <a:rPr lang="es-419" sz="1200" b="1" u="none" strike="noStrike">
                  <a:solidFill>
                    <a:srgbClr val="FFFFFF"/>
                  </a:solidFill>
                  <a:effectLst/>
                  <a:uFillTx/>
                  <a:latin typeface="Inter"/>
                  <a:ea typeface="Inter"/>
                </a:rPr>
                <a:t>T2</a:t>
              </a:r>
              <a:endParaRPr lang="es-MX" sz="1200" b="0" u="none" strike="noStrike">
                <a:solidFill>
                  <a:srgbClr val="000000"/>
                </a:solidFill>
                <a:effectLst/>
                <a:uFillTx/>
                <a:latin typeface="Arial"/>
              </a:endParaRPr>
            </a:p>
          </p:txBody>
        </p:sp>
        <p:cxnSp>
          <p:nvCxnSpPr>
            <p:cNvPr id="263" name="Google Shape;936;p66"/>
            <p:cNvCxnSpPr/>
            <p:nvPr/>
          </p:nvCxnSpPr>
          <p:spPr>
            <a:xfrm flipV="1">
              <a:off x="7616160" y="2535480"/>
              <a:ext cx="360" cy="1181160"/>
            </a:xfrm>
            <a:prstGeom prst="straightConnector1">
              <a:avLst/>
            </a:prstGeom>
            <a:ln w="9525">
              <a:solidFill>
                <a:srgbClr val="5C5E5E"/>
              </a:solidFill>
              <a:round/>
            </a:ln>
          </p:spPr>
        </p:cxnSp>
        <p:sp>
          <p:nvSpPr>
            <p:cNvPr id="264" name="Google Shape;937;p66"/>
            <p:cNvSpPr/>
            <p:nvPr/>
          </p:nvSpPr>
          <p:spPr>
            <a:xfrm>
              <a:off x="7669800" y="2725920"/>
              <a:ext cx="1288800" cy="1169280"/>
            </a:xfrm>
            <a:prstGeom prst="rect">
              <a:avLst/>
            </a:prstGeom>
            <a:noFill/>
            <a:ln w="0">
              <a:noFill/>
            </a:ln>
          </p:spPr>
          <p:style>
            <a:lnRef idx="0"/>
            <a:fillRef idx="0"/>
            <a:effectRef idx="0"/>
            <a:fontRef idx="minor"/>
          </p:style>
          <p:txBody>
            <a:bodyPr tIns="91440" bIns="91440" anchor="t">
              <a:spAutoFit/>
            </a:bodyPr>
            <a:p>
              <a:pPr>
                <a:lnSpc>
                  <a:spcPct val="100000"/>
                </a:lnSpc>
                <a:tabLst>
                  <a:tab pos="0" algn="l"/>
                </a:tabLst>
              </a:pPr>
              <a:r>
                <a:rPr lang="es-419" sz="1400" b="1" u="none" strike="noStrike">
                  <a:solidFill>
                    <a:schemeClr val="dk1"/>
                  </a:solidFill>
                  <a:effectLst/>
                  <a:uFillTx/>
                  <a:latin typeface="Inter"/>
                  <a:ea typeface="Inter"/>
                </a:rPr>
                <a:t>ENFOQUE DEL MES</a:t>
              </a:r>
              <a:endParaRPr lang="es-MX" sz="1400" b="0" u="none" strike="noStrike">
                <a:solidFill>
                  <a:srgbClr val="000000"/>
                </a:solidFill>
                <a:effectLst/>
                <a:uFillTx/>
                <a:latin typeface="Arial"/>
              </a:endParaRPr>
            </a:p>
            <a:p>
              <a:pPr>
                <a:lnSpc>
                  <a:spcPct val="100000"/>
                </a:lnSpc>
                <a:tabLst>
                  <a:tab pos="0" algn="l"/>
                </a:tabLst>
              </a:pPr>
              <a:r>
                <a:rPr lang="es-419" sz="1100" b="0" u="none" strike="noStrike">
                  <a:solidFill>
                    <a:schemeClr val="dk1"/>
                  </a:solidFill>
                  <a:effectLst/>
                  <a:uFillTx/>
                  <a:latin typeface="Inter"/>
                  <a:ea typeface="Inter"/>
                </a:rPr>
                <a:t>[Texto con descripción]</a:t>
              </a:r>
              <a:endParaRPr lang="es-MX" sz="1100" b="0" u="none" strike="noStrike">
                <a:solidFill>
                  <a:srgbClr val="000000"/>
                </a:solidFill>
                <a:effectLst/>
                <a:uFillTx/>
                <a:latin typeface="Arial"/>
              </a:endParaRPr>
            </a:p>
            <a:p>
              <a:pPr>
                <a:lnSpc>
                  <a:spcPct val="100000"/>
                </a:lnSpc>
                <a:tabLst>
                  <a:tab pos="0" algn="l"/>
                </a:tabLst>
              </a:pPr>
              <a:endParaRPr lang="es-MX" sz="1400" b="0" u="none" strike="noStrike">
                <a:solidFill>
                  <a:srgbClr val="000000"/>
                </a:solidFill>
                <a:effectLst/>
                <a:uFillTx/>
                <a:latin typeface="Arial"/>
              </a:endParaRPr>
            </a:p>
          </p:txBody>
        </p:sp>
        <p:sp>
          <p:nvSpPr>
            <p:cNvPr id="265" name="Google Shape;938;p66"/>
            <p:cNvSpPr/>
            <p:nvPr/>
          </p:nvSpPr>
          <p:spPr>
            <a:xfrm>
              <a:off x="7460640" y="2365560"/>
              <a:ext cx="1446120" cy="283320"/>
            </a:xfrm>
            <a:custGeom>
              <a:avLst/>
              <a:gdLst>
                <a:gd name="textAreaLeft" fmla="*/ 0 w 1446120"/>
                <a:gd name="textAreaRight" fmla="*/ 1446480 w 1446120"/>
                <a:gd name="textAreaTop" fmla="*/ 0 h 283320"/>
                <a:gd name="textAreaBottom" fmla="*/ 283680 h 283320"/>
              </a:gdLst>
              <a:ahLst/>
              <a:cxnLst/>
              <a:rect l="textAreaLeft" t="textAreaTop" r="textAreaRight" b="textAreaBottom"/>
              <a:pathLst>
                <a:path w="18297" h="3589">
                  <a:moveTo>
                    <a:pt x="1792" y="0"/>
                  </a:moveTo>
                  <a:cubicBezTo>
                    <a:pt x="800" y="0"/>
                    <a:pt x="0" y="804"/>
                    <a:pt x="0" y="1792"/>
                  </a:cubicBezTo>
                  <a:cubicBezTo>
                    <a:pt x="0" y="2785"/>
                    <a:pt x="800" y="3588"/>
                    <a:pt x="1792" y="3588"/>
                  </a:cubicBezTo>
                  <a:lnTo>
                    <a:pt x="16504" y="3588"/>
                  </a:lnTo>
                  <a:cubicBezTo>
                    <a:pt x="17493" y="3588"/>
                    <a:pt x="18296" y="2785"/>
                    <a:pt x="18296" y="1792"/>
                  </a:cubicBezTo>
                  <a:cubicBezTo>
                    <a:pt x="18296" y="804"/>
                    <a:pt x="17493" y="0"/>
                    <a:pt x="16504" y="0"/>
                  </a:cubicBezTo>
                  <a:close/>
                </a:path>
              </a:pathLst>
            </a:custGeom>
            <a:solidFill>
              <a:srgbClr val="5F6566"/>
            </a:solidFill>
            <a:ln w="0">
              <a:noFill/>
            </a:ln>
          </p:spPr>
          <p:style>
            <a:lnRef idx="0"/>
            <a:fillRef idx="0"/>
            <a:effectRef idx="0"/>
            <a:fontRef idx="minor"/>
          </p:style>
          <p:txBody>
            <a:bodyPr tIns="91440" bIns="91440" anchor="ctr">
              <a:noAutofit/>
            </a:bodyPr>
            <a:p>
              <a:endParaRPr lang="es-MX" sz="1400" b="0" u="none" strike="noStrike">
                <a:solidFill>
                  <a:srgbClr val="FFFFFF"/>
                </a:solidFill>
                <a:effectLst/>
                <a:uFillTx/>
                <a:latin typeface="Arial"/>
              </a:endParaRPr>
            </a:p>
          </p:txBody>
        </p:sp>
        <p:sp>
          <p:nvSpPr>
            <p:cNvPr id="266" name="Google Shape;939;p66"/>
            <p:cNvSpPr/>
            <p:nvPr/>
          </p:nvSpPr>
          <p:spPr>
            <a:xfrm>
              <a:off x="7705800" y="2335680"/>
              <a:ext cx="961200" cy="369000"/>
            </a:xfrm>
            <a:prstGeom prst="rect">
              <a:avLst/>
            </a:prstGeom>
            <a:noFill/>
            <a:ln w="0">
              <a:noFill/>
            </a:ln>
          </p:spPr>
          <p:style>
            <a:lnRef idx="0"/>
            <a:fillRef idx="0"/>
            <a:effectRef idx="0"/>
            <a:fontRef idx="minor"/>
          </p:style>
          <p:txBody>
            <a:bodyPr tIns="91440" bIns="91440" anchor="t">
              <a:spAutoFit/>
            </a:bodyPr>
            <a:p>
              <a:pPr algn="ctr">
                <a:lnSpc>
                  <a:spcPct val="100000"/>
                </a:lnSpc>
                <a:tabLst>
                  <a:tab pos="0" algn="l"/>
                </a:tabLst>
              </a:pPr>
              <a:r>
                <a:rPr lang="es-419" sz="1200" b="1" u="none" strike="noStrike">
                  <a:solidFill>
                    <a:srgbClr val="FFFFFF"/>
                  </a:solidFill>
                  <a:effectLst/>
                  <a:uFillTx/>
                  <a:latin typeface="Inter"/>
                  <a:ea typeface="Inter"/>
                </a:rPr>
                <a:t>Mes 6</a:t>
              </a:r>
              <a:endParaRPr lang="es-MX" sz="1200" b="0" u="none" strike="noStrike">
                <a:solidFill>
                  <a:srgbClr val="000000"/>
                </a:solidFill>
                <a:effectLst/>
                <a:uFillTx/>
                <a:latin typeface="Arial"/>
              </a:endParaRPr>
            </a:p>
          </p:txBody>
        </p:sp>
      </p:grpSp>
      <p:sp>
        <p:nvSpPr>
          <p:cNvPr id="267" name="PlaceHolder 1"/>
          <p:cNvSpPr>
            <a:spLocks noGrp="1"/>
          </p:cNvSpPr>
          <p:nvPr>
            <p:ph type="sldNum" idx="22"/>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F019912C-1BED-4413-9022-FCFDAF0E17AA}" type="slidenum">
              <a:rPr lang="es-419" sz="800" b="1" u="none" strike="noStrike">
                <a:solidFill>
                  <a:schemeClr val="dk1"/>
                </a:solidFill>
                <a:effectLst/>
                <a:uFillTx/>
                <a:latin typeface="Inter"/>
                <a:ea typeface="Inter"/>
              </a:rPr>
              <a:t>15</a:t>
            </a:fld>
            <a:endParaRPr lang="es-MX" sz="800" b="0" u="none" strike="noStrike">
              <a:solidFill>
                <a:srgbClr val="000000"/>
              </a:solidFill>
              <a:effectLst/>
              <a:uFillTx/>
              <a:latin typeface="Times New Roman"/>
            </a:endParaRPr>
          </a:p>
        </p:txBody>
      </p:sp>
      <p:sp>
        <p:nvSpPr>
          <p:cNvPr id="268" name="PlaceHolder 2"/>
          <p:cNvSpPr>
            <a:spLocks noGrp="1"/>
          </p:cNvSpPr>
          <p:nvPr>
            <p:ph type="title"/>
          </p:nvPr>
        </p:nvSpPr>
        <p:spPr>
          <a:xfrm>
            <a:off x="1397160" y="179280"/>
            <a:ext cx="6250680" cy="428400"/>
          </a:xfrm>
          <a:prstGeom prst="rect">
            <a:avLst/>
          </a:prstGeom>
          <a:noFill/>
          <a:ln w="0">
            <a:noFill/>
          </a:ln>
        </p:spPr>
        <p:txBody>
          <a:bodyPr lIns="162000" tIns="90000" rIns="162000" bIns="90000" anchor="t">
            <a:spAutoFit/>
          </a:bodyPr>
          <a:p>
            <a:pPr indent="0" algn="ctr">
              <a:lnSpc>
                <a:spcPct val="100000"/>
              </a:lnSpc>
              <a:buNone/>
              <a:tabLst>
                <a:tab pos="0" algn="l"/>
              </a:tabLst>
            </a:pPr>
            <a:r>
              <a:rPr lang="es-419" sz="1600" b="0" u="none" strike="noStrike">
                <a:solidFill>
                  <a:srgbClr val="000000"/>
                </a:solidFill>
                <a:effectLst/>
                <a:uFillTx/>
                <a:latin typeface="Inter"/>
                <a:ea typeface="Inter"/>
              </a:rPr>
              <a:t>Lorem ipsum dolor sit amet, consect.</a:t>
            </a:r>
            <a:endParaRPr lang="es-MX"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title"/>
          </p:nvPr>
        </p:nvSpPr>
        <p:spPr>
          <a:xfrm>
            <a:off x="180000" y="560160"/>
            <a:ext cx="2864520" cy="674640"/>
          </a:xfrm>
          <a:prstGeom prst="rect">
            <a:avLst/>
          </a:prstGeom>
          <a:noFill/>
          <a:ln w="0">
            <a:noFill/>
          </a:ln>
        </p:spPr>
        <p:txBody>
          <a:bodyPr lIns="162000" tIns="90000" rIns="162000" bIns="90000" anchor="t">
            <a:spAutoFit/>
          </a:bodyPr>
          <a:p>
            <a:pPr indent="0" algn="l">
              <a:lnSpc>
                <a:spcPct val="100000"/>
              </a:lnSpc>
              <a:buNone/>
              <a:tabLst>
                <a:tab pos="0" algn="l"/>
              </a:tabLst>
            </a:pPr>
            <a:r>
              <a:rPr lang="es-419" sz="1600" b="0" u="none" strike="noStrike">
                <a:solidFill>
                  <a:srgbClr val="000000"/>
                </a:solidFill>
                <a:effectLst/>
                <a:uFillTx/>
                <a:latin typeface="Inter"/>
                <a:ea typeface="Inter"/>
              </a:rPr>
              <a:t>Lorem ipsum dolor sit amet, consect.</a:t>
            </a:r>
            <a:endParaRPr lang="es-MX" sz="1600" b="0" u="none" strike="noStrike">
              <a:solidFill>
                <a:srgbClr val="000000"/>
              </a:solidFill>
              <a:effectLst/>
              <a:uFillTx/>
              <a:latin typeface="Arial"/>
            </a:endParaRPr>
          </a:p>
        </p:txBody>
      </p:sp>
      <p:sp>
        <p:nvSpPr>
          <p:cNvPr id="270" name="PlaceHolder 2"/>
          <p:cNvSpPr>
            <a:spLocks noGrp="1"/>
          </p:cNvSpPr>
          <p:nvPr>
            <p:ph type="sldNum" idx="23"/>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74441C53-3940-4853-BCB0-44456E683F1D}" type="slidenum">
              <a:rPr lang="es-419" sz="800" b="1" u="none" strike="noStrike">
                <a:solidFill>
                  <a:schemeClr val="dk1"/>
                </a:solidFill>
                <a:effectLst/>
                <a:uFillTx/>
                <a:latin typeface="Inter"/>
                <a:ea typeface="Inter"/>
              </a:rPr>
              <a:t>16</a:t>
            </a:fld>
            <a:endParaRPr lang="es-MX" sz="800" b="0" u="none" strike="noStrike">
              <a:solidFill>
                <a:srgbClr val="000000"/>
              </a:solidFill>
              <a:effectLst/>
              <a:uFillTx/>
              <a:latin typeface="Times New Roman"/>
            </a:endParaRPr>
          </a:p>
        </p:txBody>
      </p:sp>
      <p:pic>
        <p:nvPicPr>
          <p:cNvPr id="271" name="Google Shape;2796;p72"/>
          <p:cNvPicPr/>
          <p:nvPr/>
        </p:nvPicPr>
        <p:blipFill>
          <a:blip r:embed="rId1"/>
          <a:stretch/>
        </p:blipFill>
        <p:spPr>
          <a:xfrm>
            <a:off x="3242160" y="976320"/>
            <a:ext cx="5713560" cy="3532680"/>
          </a:xfrm>
          <a:prstGeom prst="rect">
            <a:avLst/>
          </a:prstGeom>
          <a:noFill/>
          <a:ln w="0">
            <a:noFill/>
          </a:ln>
        </p:spPr>
      </p:pic>
      <p:sp>
        <p:nvSpPr>
          <p:cNvPr id="272" name="PlaceHolder 3"/>
          <p:cNvSpPr>
            <a:spLocks noGrp="1"/>
          </p:cNvSpPr>
          <p:nvPr>
            <p:ph/>
          </p:nvPr>
        </p:nvSpPr>
        <p:spPr>
          <a:xfrm>
            <a:off x="180000" y="1294200"/>
            <a:ext cx="2864520" cy="1187640"/>
          </a:xfrm>
          <a:prstGeom prst="rect">
            <a:avLst/>
          </a:prstGeom>
          <a:noFill/>
          <a:ln w="0">
            <a:noFill/>
          </a:ln>
        </p:spPr>
        <p:txBody>
          <a:bodyPr lIns="162000" tIns="90000" rIns="162000" bIns="91440" anchor="t">
            <a:spAutoFit/>
          </a:bodyPr>
          <a:p>
            <a:pPr indent="0" algn="l">
              <a:lnSpc>
                <a:spcPct val="115000"/>
              </a:lnSpc>
              <a:spcAft>
                <a:spcPts val="1001"/>
              </a:spcAft>
              <a:buNone/>
              <a:tabLst>
                <a:tab pos="0" algn="l"/>
              </a:tabLst>
            </a:pPr>
            <a:r>
              <a:rPr lang="es-419" sz="900" b="0" u="none" strike="noStrike">
                <a:solidFill>
                  <a:srgbClr val="000000"/>
                </a:solidFill>
                <a:effectLst/>
                <a:uFillTx/>
                <a:latin typeface="Inter"/>
                <a:ea typeface="Inter"/>
              </a:rPr>
              <a:t>Lorem ipsum dolor sit amet, consectetur adipiscing elit. Fusce nec justo sed odio facilisis scelerisque in a eros. Morbi sit amet lobortis magna. Integer euismod maximus fermentum. Vestibulum iaculis, nunc eu auctor fringilla, tortor quam convallis tortor, vitae rutrum orci dolor id magna.</a:t>
            </a:r>
            <a:endParaRPr lang="es-MX" sz="900" b="0" u="none" strike="noStrike">
              <a:solidFill>
                <a:srgbClr val="000000"/>
              </a:solidFill>
              <a:effectLst/>
              <a:uFillTx/>
              <a:latin typeface="Arial"/>
            </a:endParaRPr>
          </a:p>
        </p:txBody>
      </p:sp>
      <p:sp>
        <p:nvSpPr>
          <p:cNvPr id="273" name="Google Shape;2798;p72"/>
          <p:cNvSpPr/>
          <p:nvPr/>
        </p:nvSpPr>
        <p:spPr>
          <a:xfrm>
            <a:off x="4621320" y="2179800"/>
            <a:ext cx="3492000" cy="802800"/>
          </a:xfrm>
          <a:prstGeom prst="rect">
            <a:avLst/>
          </a:prstGeom>
          <a:solidFill>
            <a:schemeClr val="lt1"/>
          </a:solidFill>
          <a:ln w="9525">
            <a:solidFill>
              <a:srgbClr val="EFEFEF"/>
            </a:solidFill>
            <a:round/>
          </a:ln>
        </p:spPr>
        <p:style>
          <a:lnRef idx="0"/>
          <a:fillRef idx="0"/>
          <a:effectRef idx="0"/>
          <a:fontRef idx="minor"/>
        </p:style>
        <p:txBody>
          <a:bodyPr tIns="91440" bIns="91440" anchor="t">
            <a:noAutofit/>
          </a:bodyPr>
          <a:p>
            <a:pPr algn="ctr">
              <a:lnSpc>
                <a:spcPct val="100000"/>
              </a:lnSpc>
              <a:tabLst>
                <a:tab pos="0" algn="l"/>
              </a:tabLst>
            </a:pPr>
            <a:r>
              <a:rPr lang="es-419" sz="900" b="0" u="none" strike="noStrike">
                <a:solidFill>
                  <a:srgbClr val="000000"/>
                </a:solidFill>
                <a:effectLst/>
                <a:uFillTx/>
                <a:latin typeface="Arial"/>
                <a:ea typeface="Arial"/>
              </a:rPr>
              <a:t>Ejemplo de gráfica, recuerda usar los colores institucionales</a:t>
            </a:r>
            <a:endParaRPr lang="es-MX" sz="900" b="0" u="none" strike="noStrike">
              <a:solidFill>
                <a:srgbClr val="000000"/>
              </a:solidFill>
              <a:effectLst/>
              <a:uFillTx/>
              <a:latin typeface="Arial"/>
            </a:endParaRPr>
          </a:p>
        </p:txBody>
      </p:sp>
      <p:pic>
        <p:nvPicPr>
          <p:cNvPr id="274" name="Google Shape;2799;p72"/>
          <p:cNvPicPr/>
          <p:nvPr/>
        </p:nvPicPr>
        <p:blipFill>
          <a:blip r:embed="rId2"/>
          <a:stretch/>
        </p:blipFill>
        <p:spPr>
          <a:xfrm>
            <a:off x="5687280" y="2503080"/>
            <a:ext cx="1360080" cy="802800"/>
          </a:xfrm>
          <a:prstGeom prst="rect">
            <a:avLst/>
          </a:prstGeom>
          <a:solidFill>
            <a:schemeClr val="lt1"/>
          </a:solid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sldNum" idx="24"/>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26963D79-00F8-46BC-A1B7-B8380C242158}" type="slidenum">
              <a:rPr lang="es-419" sz="800" b="1" u="none" strike="noStrike">
                <a:solidFill>
                  <a:schemeClr val="dk1"/>
                </a:solidFill>
                <a:effectLst/>
                <a:uFillTx/>
                <a:latin typeface="Inter"/>
                <a:ea typeface="Inter"/>
              </a:rPr>
              <a:t>17</a:t>
            </a:fld>
            <a:endParaRPr lang="es-MX" sz="800" b="0" u="none" strike="noStrike">
              <a:solidFill>
                <a:srgbClr val="000000"/>
              </a:solidFill>
              <a:effectLst/>
              <a:uFillTx/>
              <a:latin typeface="Times New Roman"/>
            </a:endParaRPr>
          </a:p>
        </p:txBody>
      </p:sp>
      <p:sp>
        <p:nvSpPr>
          <p:cNvPr id="276" name="PlaceHolder 2"/>
          <p:cNvSpPr>
            <a:spLocks noGrp="1"/>
          </p:cNvSpPr>
          <p:nvPr>
            <p:ph type="title"/>
          </p:nvPr>
        </p:nvSpPr>
        <p:spPr>
          <a:xfrm>
            <a:off x="2020680" y="179280"/>
            <a:ext cx="5101920" cy="4314240"/>
          </a:xfrm>
          <a:prstGeom prst="rect">
            <a:avLst/>
          </a:prstGeom>
          <a:noFill/>
          <a:ln w="0">
            <a:noFill/>
          </a:ln>
        </p:spPr>
        <p:txBody>
          <a:bodyPr lIns="162000" tIns="90000" rIns="162000" bIns="90000" anchor="ctr">
            <a:noAutofit/>
          </a:bodyPr>
          <a:p>
            <a:pPr indent="0" algn="ctr">
              <a:lnSpc>
                <a:spcPct val="100000"/>
              </a:lnSpc>
              <a:buNone/>
              <a:tabLst>
                <a:tab pos="0" algn="l"/>
              </a:tabLst>
            </a:pPr>
            <a:r>
              <a:rPr lang="es-419" sz="6330" b="0" u="none" strike="noStrike">
                <a:solidFill>
                  <a:srgbClr val="000000"/>
                </a:solidFill>
                <a:effectLst/>
                <a:uFillTx/>
                <a:latin typeface="Inter"/>
                <a:ea typeface="Inter"/>
              </a:rPr>
              <a:t>Cortinillas</a:t>
            </a:r>
            <a:endParaRPr lang="es-MX" sz="633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Num" idx="25"/>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2021FBA2-19F3-4ACE-A2F2-6E4B8FCEB9B9}" type="slidenum">
              <a:rPr lang="es-419" sz="800" b="1" u="none" strike="noStrike">
                <a:solidFill>
                  <a:schemeClr val="dk1"/>
                </a:solidFill>
                <a:effectLst/>
                <a:uFillTx/>
                <a:latin typeface="Inter"/>
                <a:ea typeface="Inter"/>
              </a:rPr>
              <a:t>18</a:t>
            </a:fld>
            <a:endParaRPr lang="es-MX" sz="800" b="0" u="none" strike="noStrike">
              <a:solidFill>
                <a:srgbClr val="000000"/>
              </a:solidFill>
              <a:effectLst/>
              <a:uFillTx/>
              <a:latin typeface="Times New Roman"/>
            </a:endParaRPr>
          </a:p>
        </p:txBody>
      </p:sp>
      <p:sp>
        <p:nvSpPr>
          <p:cNvPr id="278" name="PlaceHolder 2"/>
          <p:cNvSpPr>
            <a:spLocks noGrp="1"/>
          </p:cNvSpPr>
          <p:nvPr>
            <p:ph type="title"/>
          </p:nvPr>
        </p:nvSpPr>
        <p:spPr>
          <a:xfrm>
            <a:off x="179280" y="126360"/>
            <a:ext cx="4054320" cy="4314240"/>
          </a:xfrm>
          <a:prstGeom prst="rect">
            <a:avLst/>
          </a:prstGeom>
          <a:noFill/>
          <a:ln w="0">
            <a:noFill/>
          </a:ln>
        </p:spPr>
        <p:txBody>
          <a:bodyPr lIns="162000" tIns="90000" rIns="162000" bIns="90000" anchor="ctr">
            <a:noAutofit/>
          </a:bodyPr>
          <a:p>
            <a:pPr indent="0" algn="l">
              <a:lnSpc>
                <a:spcPct val="100000"/>
              </a:lnSpc>
              <a:buNone/>
              <a:tabLst>
                <a:tab pos="0" algn="l"/>
              </a:tabLst>
            </a:pPr>
            <a:r>
              <a:rPr lang="es-419" sz="6330" b="0" u="none" strike="noStrike">
                <a:solidFill>
                  <a:srgbClr val="000000"/>
                </a:solidFill>
                <a:effectLst/>
                <a:uFillTx/>
                <a:latin typeface="Inter"/>
                <a:ea typeface="Inter"/>
              </a:rPr>
              <a:t>Título</a:t>
            </a:r>
            <a:endParaRPr lang="es-MX" sz="6330" b="0" u="none" strike="noStrike">
              <a:solidFill>
                <a:srgbClr val="000000"/>
              </a:solidFill>
              <a:effectLst/>
              <a:uFillTx/>
              <a:latin typeface="Arial"/>
            </a:endParaRPr>
          </a:p>
          <a:p>
            <a:pPr indent="0" algn="l">
              <a:lnSpc>
                <a:spcPct val="100000"/>
              </a:lnSpc>
              <a:buNone/>
              <a:tabLst>
                <a:tab pos="0" algn="l"/>
              </a:tabLst>
            </a:pPr>
            <a:r>
              <a:rPr lang="es-419" sz="2029" b="0" u="none" strike="noStrike">
                <a:solidFill>
                  <a:srgbClr val="000000"/>
                </a:solidFill>
                <a:effectLst/>
                <a:uFillTx/>
                <a:latin typeface="Inter"/>
                <a:ea typeface="Inter"/>
              </a:rPr>
              <a:t>Subtítulo</a:t>
            </a:r>
            <a:endParaRPr lang="es-MX" sz="2029" b="0" u="none" strike="noStrike">
              <a:solidFill>
                <a:srgbClr val="000000"/>
              </a:solidFill>
              <a:effectLst/>
              <a:uFillTx/>
              <a:latin typeface="Arial"/>
            </a:endParaRPr>
          </a:p>
        </p:txBody>
      </p:sp>
      <p:pic>
        <p:nvPicPr>
          <p:cNvPr id="279" name="Google Shape;2839;p77"/>
          <p:cNvPicPr/>
          <p:nvPr/>
        </p:nvPicPr>
        <p:blipFill>
          <a:blip r:embed="rId1"/>
          <a:stretch/>
        </p:blipFill>
        <p:spPr>
          <a:xfrm flipH="1">
            <a:off x="4455360" y="0"/>
            <a:ext cx="4688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Num" idx="26"/>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C14C4E4E-159D-45AA-B037-FD4ECB18A2C7}" type="slidenum">
              <a:rPr lang="es-419" sz="800" b="1" u="none" strike="noStrike">
                <a:solidFill>
                  <a:schemeClr val="dk1"/>
                </a:solidFill>
                <a:effectLst/>
                <a:uFillTx/>
                <a:latin typeface="Inter"/>
                <a:ea typeface="Inter"/>
              </a:rPr>
              <a:t>19</a:t>
            </a:fld>
            <a:endParaRPr lang="es-MX" sz="800" b="0" u="none" strike="noStrike">
              <a:solidFill>
                <a:srgbClr val="000000"/>
              </a:solidFill>
              <a:effectLst/>
              <a:uFillTx/>
              <a:latin typeface="Times New Roman"/>
            </a:endParaRPr>
          </a:p>
        </p:txBody>
      </p:sp>
      <p:sp>
        <p:nvSpPr>
          <p:cNvPr id="281" name="PlaceHolder 2"/>
          <p:cNvSpPr>
            <a:spLocks noGrp="1"/>
          </p:cNvSpPr>
          <p:nvPr>
            <p:ph type="title"/>
          </p:nvPr>
        </p:nvSpPr>
        <p:spPr>
          <a:xfrm>
            <a:off x="2020680" y="179280"/>
            <a:ext cx="5101920" cy="4314240"/>
          </a:xfrm>
          <a:prstGeom prst="rect">
            <a:avLst/>
          </a:prstGeom>
          <a:noFill/>
          <a:ln w="0">
            <a:noFill/>
          </a:ln>
        </p:spPr>
        <p:txBody>
          <a:bodyPr lIns="162000" tIns="90000" rIns="162000" bIns="90000" anchor="ctr">
            <a:noAutofit/>
          </a:bodyPr>
          <a:p>
            <a:pPr indent="0" algn="ctr">
              <a:lnSpc>
                <a:spcPct val="100000"/>
              </a:lnSpc>
              <a:buNone/>
              <a:tabLst>
                <a:tab pos="0" algn="l"/>
              </a:tabLst>
            </a:pPr>
            <a:r>
              <a:rPr lang="es-419" sz="6330" b="0" u="none" strike="noStrike">
                <a:solidFill>
                  <a:srgbClr val="000000"/>
                </a:solidFill>
                <a:effectLst/>
                <a:uFillTx/>
                <a:latin typeface="Inter"/>
                <a:ea typeface="Inter"/>
              </a:rPr>
              <a:t>Cierres</a:t>
            </a:r>
            <a:endParaRPr lang="es-MX" sz="633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sldNum" idx="27"/>
          </p:nvPr>
        </p:nvSpPr>
        <p:spPr>
          <a:xfrm>
            <a:off x="8472600" y="4663080"/>
            <a:ext cx="548280" cy="39312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s-419" sz="800" b="1" u="none" strike="noStrike">
                <a:solidFill>
                  <a:schemeClr val="dk1"/>
                </a:solidFill>
                <a:effectLst/>
                <a:uFillTx/>
                <a:latin typeface="Inter"/>
                <a:ea typeface="Inter"/>
              </a:defRPr>
            </a:lvl1pPr>
          </a:lstStyle>
          <a:p>
            <a:pPr indent="0" algn="r">
              <a:lnSpc>
                <a:spcPct val="100000"/>
              </a:lnSpc>
              <a:buNone/>
              <a:tabLst>
                <a:tab pos="0" algn="l"/>
              </a:tabLst>
            </a:pPr>
            <a:fld id="{DB04F7B3-8696-4E45-A170-AD577ABADFC5}" type="slidenum">
              <a:rPr lang="es-419" sz="800" b="1" u="none" strike="noStrike">
                <a:solidFill>
                  <a:schemeClr val="dk1"/>
                </a:solidFill>
                <a:effectLst/>
                <a:uFillTx/>
                <a:latin typeface="Inter"/>
                <a:ea typeface="Inter"/>
              </a:rPr>
              <a:t>20</a:t>
            </a:fld>
            <a:endParaRPr lang="es-MX" sz="800" b="0" u="none" strike="noStrike">
              <a:solidFill>
                <a:srgbClr val="000000"/>
              </a:solidFill>
              <a:effectLst/>
              <a:uFillTx/>
              <a:latin typeface="Times New Roman"/>
            </a:endParaRPr>
          </a:p>
        </p:txBody>
      </p:sp>
      <p:sp>
        <p:nvSpPr>
          <p:cNvPr id="283" name="PlaceHolder 2"/>
          <p:cNvSpPr>
            <a:spLocks noGrp="1"/>
          </p:cNvSpPr>
          <p:nvPr>
            <p:ph type="subTitle"/>
          </p:nvPr>
        </p:nvSpPr>
        <p:spPr>
          <a:xfrm>
            <a:off x="348840" y="3515040"/>
            <a:ext cx="1625040" cy="210240"/>
          </a:xfrm>
          <a:prstGeom prst="rect">
            <a:avLst/>
          </a:prstGeom>
          <a:noFill/>
          <a:ln w="0">
            <a:noFill/>
          </a:ln>
        </p:spPr>
        <p:txBody>
          <a:bodyPr lIns="70200" tIns="70200" rIns="70200" bIns="70200" anchor="ctr">
            <a:noAutofit/>
          </a:bodyPr>
          <a:p>
            <a:pPr indent="0" algn="l">
              <a:lnSpc>
                <a:spcPct val="100000"/>
              </a:lnSpc>
              <a:buNone/>
              <a:tabLst>
                <a:tab pos="0" algn="l"/>
              </a:tabLst>
            </a:pPr>
            <a:r>
              <a:rPr lang="es-419" sz="1070" b="1" u="none" strike="noStrike">
                <a:solidFill>
                  <a:srgbClr val="000000"/>
                </a:solidFill>
                <a:effectLst/>
                <a:uFillTx/>
                <a:latin typeface="Arial"/>
                <a:ea typeface="Arial"/>
              </a:rPr>
              <a:t>bancobase.com</a:t>
            </a:r>
            <a:endParaRPr lang="es-MX" sz="1070" b="0" u="none" strike="noStrike">
              <a:solidFill>
                <a:srgbClr val="000000"/>
              </a:solidFill>
              <a:effectLst/>
              <a:uFillTx/>
              <a:latin typeface="Arial"/>
            </a:endParaRPr>
          </a:p>
        </p:txBody>
      </p:sp>
      <p:sp>
        <p:nvSpPr>
          <p:cNvPr id="284" name="PlaceHolder 3"/>
          <p:cNvSpPr>
            <a:spLocks noGrp="1"/>
          </p:cNvSpPr>
          <p:nvPr>
            <p:ph type="subTitle"/>
          </p:nvPr>
        </p:nvSpPr>
        <p:spPr>
          <a:xfrm>
            <a:off x="4127760" y="4276080"/>
            <a:ext cx="4546080" cy="218880"/>
          </a:xfrm>
          <a:prstGeom prst="rect">
            <a:avLst/>
          </a:prstGeom>
          <a:noFill/>
          <a:ln w="0">
            <a:noFill/>
          </a:ln>
        </p:spPr>
        <p:txBody>
          <a:bodyPr lIns="91440" tIns="91440" rIns="91440" bIns="91440" anchor="t">
            <a:noAutofit/>
          </a:bodyPr>
          <a:p>
            <a:pPr indent="0" algn="r">
              <a:lnSpc>
                <a:spcPct val="100000"/>
              </a:lnSpc>
              <a:buNone/>
              <a:tabLst>
                <a:tab pos="0" algn="l"/>
              </a:tabLst>
            </a:pPr>
            <a:r>
              <a:rPr lang="es-419" sz="900" b="0" u="none" strike="noStrike">
                <a:solidFill>
                  <a:srgbClr val="000000"/>
                </a:solidFill>
                <a:effectLst/>
                <a:uFillTx/>
                <a:latin typeface="Arial"/>
                <a:ea typeface="Arial"/>
              </a:rPr>
              <a:t>Para más información visita nuestro blog: </a:t>
            </a:r>
            <a:r>
              <a:rPr lang="es-419" sz="900" b="1" u="none" strike="noStrike">
                <a:solidFill>
                  <a:srgbClr val="000000"/>
                </a:solidFill>
                <a:effectLst/>
                <a:uFillTx/>
                <a:latin typeface="Arial"/>
                <a:ea typeface="Arial"/>
              </a:rPr>
              <a:t>https://blog.bancobase.com</a:t>
            </a:r>
            <a:endParaRPr lang="es-MX" sz="900" b="0" u="none" strike="noStrike">
              <a:solidFill>
                <a:srgbClr val="000000"/>
              </a:solidFill>
              <a:effectLst/>
              <a:uFillTx/>
              <a:latin typeface="Arial"/>
            </a:endParaRPr>
          </a:p>
        </p:txBody>
      </p:sp>
      <p:sp>
        <p:nvSpPr>
          <p:cNvPr id="285" name="Google Shape;2890;p82"/>
          <p:cNvSpPr/>
          <p:nvPr/>
        </p:nvSpPr>
        <p:spPr>
          <a:xfrm>
            <a:off x="518760" y="3895920"/>
            <a:ext cx="2189520" cy="360720"/>
          </a:xfrm>
          <a:prstGeom prst="rect">
            <a:avLst/>
          </a:prstGeom>
          <a:noFill/>
          <a:ln w="0">
            <a:noFill/>
          </a:ln>
        </p:spPr>
        <p:style>
          <a:lnRef idx="0"/>
          <a:fillRef idx="0"/>
          <a:effectRef idx="0"/>
          <a:fontRef idx="minor"/>
        </p:style>
        <p:txBody>
          <a:bodyPr lIns="124560" tIns="69120" rIns="124560" bIns="70200" anchor="ctr">
            <a:noAutofit/>
          </a:bodyPr>
          <a:p>
            <a:pPr>
              <a:lnSpc>
                <a:spcPct val="115000"/>
              </a:lnSpc>
              <a:tabLst>
                <a:tab pos="0" algn="l"/>
              </a:tabLst>
            </a:pPr>
            <a:r>
              <a:rPr lang="es-419" sz="690" b="0" u="none" strike="noStrike">
                <a:solidFill>
                  <a:srgbClr val="212626"/>
                </a:solidFill>
                <a:effectLst/>
                <a:uFillTx/>
                <a:latin typeface="Inter"/>
                <a:ea typeface="Inter"/>
              </a:rPr>
              <a:t>@banco_base             </a:t>
            </a:r>
            <a:r>
              <a:rPr lang="es-419" sz="690" b="0" u="none" strike="noStrike">
                <a:solidFill>
                  <a:schemeClr val="dk1"/>
                </a:solidFill>
                <a:effectLst/>
                <a:uFillTx/>
                <a:latin typeface="Inter"/>
                <a:ea typeface="Inter"/>
              </a:rPr>
              <a:t>/Grupo Financiero BASE          </a:t>
            </a:r>
            <a:endParaRPr lang="es-MX" sz="690" b="0" u="none" strike="noStrike">
              <a:solidFill>
                <a:srgbClr val="000000"/>
              </a:solidFill>
              <a:effectLst/>
              <a:uFillTx/>
              <a:latin typeface="Arial"/>
            </a:endParaRPr>
          </a:p>
          <a:p>
            <a:pPr>
              <a:lnSpc>
                <a:spcPct val="115000"/>
              </a:lnSpc>
              <a:tabLst>
                <a:tab pos="0" algn="l"/>
              </a:tabLst>
            </a:pPr>
            <a:endParaRPr lang="es-MX" sz="770" b="0" u="none" strike="noStrike">
              <a:solidFill>
                <a:srgbClr val="000000"/>
              </a:solidFill>
              <a:effectLst/>
              <a:uFillTx/>
              <a:latin typeface="Arial"/>
            </a:endParaRPr>
          </a:p>
          <a:p>
            <a:pPr>
              <a:lnSpc>
                <a:spcPct val="115000"/>
              </a:lnSpc>
              <a:tabLst>
                <a:tab pos="0" algn="l"/>
              </a:tabLst>
            </a:pPr>
            <a:r>
              <a:rPr lang="es-419" sz="690" b="0" u="none" strike="noStrike">
                <a:solidFill>
                  <a:srgbClr val="212626"/>
                </a:solidFill>
                <a:effectLst/>
                <a:uFillTx/>
                <a:latin typeface="Inter"/>
                <a:ea typeface="Inter"/>
              </a:rPr>
              <a:t>Banco BASE                @banco_base</a:t>
            </a:r>
            <a:endParaRPr lang="es-MX" sz="690" b="0" u="none" strike="noStrike">
              <a:solidFill>
                <a:srgbClr val="000000"/>
              </a:solidFill>
              <a:effectLst/>
              <a:uFillTx/>
              <a:latin typeface="Arial"/>
            </a:endParaRPr>
          </a:p>
        </p:txBody>
      </p:sp>
      <p:pic>
        <p:nvPicPr>
          <p:cNvPr id="286" name="Google Shape;2891;p82"/>
          <p:cNvPicPr/>
          <p:nvPr/>
        </p:nvPicPr>
        <p:blipFill>
          <a:blip r:embed="rId1"/>
          <a:stretch/>
        </p:blipFill>
        <p:spPr>
          <a:xfrm>
            <a:off x="404640" y="3880800"/>
            <a:ext cx="168120" cy="168120"/>
          </a:xfrm>
          <a:prstGeom prst="rect">
            <a:avLst/>
          </a:prstGeom>
          <a:noFill/>
          <a:ln w="0">
            <a:noFill/>
          </a:ln>
        </p:spPr>
      </p:pic>
      <p:pic>
        <p:nvPicPr>
          <p:cNvPr id="287" name="Google Shape;2892;p82"/>
          <p:cNvPicPr/>
          <p:nvPr/>
        </p:nvPicPr>
        <p:blipFill>
          <a:blip r:embed="rId2"/>
          <a:stretch/>
        </p:blipFill>
        <p:spPr>
          <a:xfrm>
            <a:off x="426600" y="4099680"/>
            <a:ext cx="168120" cy="168120"/>
          </a:xfrm>
          <a:prstGeom prst="rect">
            <a:avLst/>
          </a:prstGeom>
          <a:noFill/>
          <a:ln w="0">
            <a:noFill/>
          </a:ln>
        </p:spPr>
      </p:pic>
      <p:pic>
        <p:nvPicPr>
          <p:cNvPr id="288" name="Google Shape;2893;p82"/>
          <p:cNvPicPr/>
          <p:nvPr/>
        </p:nvPicPr>
        <p:blipFill>
          <a:blip r:embed="rId3"/>
          <a:stretch/>
        </p:blipFill>
        <p:spPr>
          <a:xfrm>
            <a:off x="1303920" y="3839400"/>
            <a:ext cx="210240" cy="210240"/>
          </a:xfrm>
          <a:prstGeom prst="rect">
            <a:avLst/>
          </a:prstGeom>
          <a:noFill/>
          <a:ln w="0">
            <a:noFill/>
          </a:ln>
        </p:spPr>
      </p:pic>
      <p:pic>
        <p:nvPicPr>
          <p:cNvPr id="289" name="Google Shape;2894;p82"/>
          <p:cNvPicPr/>
          <p:nvPr/>
        </p:nvPicPr>
        <p:blipFill>
          <a:blip r:embed="rId4"/>
          <a:stretch/>
        </p:blipFill>
        <p:spPr>
          <a:xfrm>
            <a:off x="1313280" y="4087800"/>
            <a:ext cx="192240" cy="192240"/>
          </a:xfrm>
          <a:prstGeom prst="rect">
            <a:avLst/>
          </a:prstGeom>
          <a:noFill/>
          <a:ln w="0">
            <a:noFill/>
          </a:ln>
        </p:spPr>
      </p:pic>
      <p:sp>
        <p:nvSpPr>
          <p:cNvPr id="290" name="Google Shape;2895;p82"/>
          <p:cNvSpPr/>
          <p:nvPr/>
        </p:nvSpPr>
        <p:spPr>
          <a:xfrm>
            <a:off x="264600" y="149400"/>
            <a:ext cx="5207040" cy="920520"/>
          </a:xfrm>
          <a:prstGeom prst="rect">
            <a:avLst/>
          </a:prstGeom>
          <a:noFill/>
          <a:ln w="0">
            <a:noFill/>
          </a:ln>
        </p:spPr>
        <p:style>
          <a:lnRef idx="0"/>
          <a:fillRef idx="0"/>
          <a:effectRef idx="0"/>
          <a:fontRef idx="minor"/>
        </p:style>
        <p:txBody>
          <a:bodyPr lIns="162000" tIns="90000" rIns="162000" bIns="90000" anchor="t">
            <a:spAutoFit/>
          </a:bodyPr>
          <a:p>
            <a:pPr>
              <a:lnSpc>
                <a:spcPct val="100000"/>
              </a:lnSpc>
              <a:tabLst>
                <a:tab pos="0" algn="l"/>
              </a:tabLst>
            </a:pPr>
            <a:r>
              <a:rPr lang="es-419" sz="4800" b="1" u="none" strike="noStrike">
                <a:solidFill>
                  <a:srgbClr val="212626"/>
                </a:solidFill>
                <a:effectLst/>
                <a:uFillTx/>
                <a:latin typeface="Inter"/>
                <a:ea typeface="Inter"/>
              </a:rPr>
              <a:t>¡Gracias!</a:t>
            </a:r>
            <a:endParaRPr lang="es-MX" sz="4800" b="0" u="none" strike="noStrike">
              <a:solidFill>
                <a:srgbClr val="000000"/>
              </a:solidFill>
              <a:effectLst/>
              <a:uFillTx/>
              <a:latin typeface="Arial"/>
            </a:endParaRPr>
          </a:p>
        </p:txBody>
      </p:sp>
      <p:sp>
        <p:nvSpPr>
          <p:cNvPr id="291" name="Google Shape;2896;p82"/>
          <p:cNvSpPr/>
          <p:nvPr/>
        </p:nvSpPr>
        <p:spPr>
          <a:xfrm>
            <a:off x="2708280" y="2649240"/>
            <a:ext cx="2506320" cy="531360"/>
          </a:xfrm>
          <a:prstGeom prst="rect">
            <a:avLst/>
          </a:prstGeom>
          <a:noFill/>
          <a:ln w="0">
            <a:noFill/>
          </a:ln>
        </p:spPr>
        <p:style>
          <a:lnRef idx="0"/>
          <a:fillRef idx="0"/>
          <a:effectRef idx="0"/>
          <a:fontRef idx="minor"/>
        </p:style>
        <p:txBody>
          <a:bodyPr lIns="0" tIns="90000" rIns="162000" bIns="91440" anchor="ctr">
            <a:noAutofit/>
          </a:bodyPr>
          <a:p>
            <a:pPr>
              <a:lnSpc>
                <a:spcPct val="115000"/>
              </a:lnSpc>
              <a:tabLst>
                <a:tab pos="0" algn="l"/>
              </a:tabLst>
            </a:pPr>
            <a:r>
              <a:rPr lang="es-419" sz="1300" b="1" u="none" strike="noStrike">
                <a:solidFill>
                  <a:schemeClr val="dk1"/>
                </a:solidFill>
                <a:effectLst/>
                <a:uFillTx/>
                <a:latin typeface="Inter"/>
                <a:ea typeface="Inter"/>
              </a:rPr>
              <a:t>Nombre y apellido</a:t>
            </a:r>
            <a:endParaRPr lang="es-MX" sz="1300" b="0" u="none" strike="noStrike">
              <a:solidFill>
                <a:srgbClr val="000000"/>
              </a:solidFill>
              <a:effectLst/>
              <a:uFillTx/>
              <a:latin typeface="Arial"/>
            </a:endParaRPr>
          </a:p>
          <a:p>
            <a:pPr>
              <a:lnSpc>
                <a:spcPct val="115000"/>
              </a:lnSpc>
              <a:tabLst>
                <a:tab pos="0" algn="l"/>
              </a:tabLst>
            </a:pPr>
            <a:r>
              <a:rPr lang="es-419" sz="1000" b="0" u="none" strike="noStrike">
                <a:solidFill>
                  <a:schemeClr val="dk1"/>
                </a:solidFill>
                <a:effectLst/>
                <a:uFillTx/>
                <a:latin typeface="Inter"/>
                <a:ea typeface="Inter"/>
              </a:rPr>
              <a:t>Puesto en el banco</a:t>
            </a:r>
            <a:endParaRPr lang="es-MX" sz="1000" b="0" u="none" strike="noStrike">
              <a:solidFill>
                <a:srgbClr val="000000"/>
              </a:solidFill>
              <a:effectLst/>
              <a:uFillTx/>
              <a:latin typeface="Arial"/>
            </a:endParaRPr>
          </a:p>
        </p:txBody>
      </p:sp>
      <p:sp>
        <p:nvSpPr>
          <p:cNvPr id="292" name="Google Shape;2897;p82"/>
          <p:cNvSpPr/>
          <p:nvPr/>
        </p:nvSpPr>
        <p:spPr>
          <a:xfrm>
            <a:off x="421560" y="2647080"/>
            <a:ext cx="1969560" cy="531360"/>
          </a:xfrm>
          <a:prstGeom prst="rect">
            <a:avLst/>
          </a:prstGeom>
          <a:noFill/>
          <a:ln w="0">
            <a:noFill/>
          </a:ln>
        </p:spPr>
        <p:style>
          <a:lnRef idx="0"/>
          <a:fillRef idx="0"/>
          <a:effectRef idx="0"/>
          <a:fontRef idx="minor"/>
        </p:style>
        <p:txBody>
          <a:bodyPr lIns="0" tIns="90000" rIns="162000" bIns="91440" anchor="ctr">
            <a:noAutofit/>
          </a:bodyPr>
          <a:p>
            <a:pPr>
              <a:lnSpc>
                <a:spcPct val="115000"/>
              </a:lnSpc>
              <a:tabLst>
                <a:tab pos="0" algn="l"/>
              </a:tabLst>
            </a:pPr>
            <a:r>
              <a:rPr lang="es-419" sz="1300" b="1" u="none" strike="noStrike">
                <a:solidFill>
                  <a:srgbClr val="212626"/>
                </a:solidFill>
                <a:effectLst/>
                <a:uFillTx/>
                <a:latin typeface="Inter"/>
                <a:ea typeface="Inter"/>
              </a:rPr>
              <a:t>Nombre y apellido</a:t>
            </a:r>
            <a:endParaRPr lang="es-MX" sz="1300" b="0" u="none" strike="noStrike">
              <a:solidFill>
                <a:srgbClr val="000000"/>
              </a:solidFill>
              <a:effectLst/>
              <a:uFillTx/>
              <a:latin typeface="Arial"/>
            </a:endParaRPr>
          </a:p>
          <a:p>
            <a:pPr>
              <a:lnSpc>
                <a:spcPct val="115000"/>
              </a:lnSpc>
              <a:tabLst>
                <a:tab pos="0" algn="l"/>
              </a:tabLst>
            </a:pPr>
            <a:r>
              <a:rPr lang="es-419" sz="1000" b="0" u="none" strike="noStrike">
                <a:solidFill>
                  <a:schemeClr val="dk1"/>
                </a:solidFill>
                <a:effectLst/>
                <a:uFillTx/>
                <a:latin typeface="Inter"/>
                <a:ea typeface="Inter"/>
              </a:rPr>
              <a:t>Puesto en el banco</a:t>
            </a:r>
            <a:endParaRPr lang="es-MX" sz="1000" b="0" u="none" strike="noStrike">
              <a:solidFill>
                <a:srgbClr val="000000"/>
              </a:solidFill>
              <a:effectLst/>
              <a:uFillTx/>
              <a:latin typeface="Arial"/>
            </a:endParaRPr>
          </a:p>
        </p:txBody>
      </p:sp>
      <p:sp>
        <p:nvSpPr>
          <p:cNvPr id="293" name="PlaceHolder 4"/>
          <p:cNvSpPr>
            <a:spLocks noGrp="1"/>
          </p:cNvSpPr>
          <p:nvPr>
            <p:ph type="subTitle"/>
          </p:nvPr>
        </p:nvSpPr>
        <p:spPr>
          <a:xfrm>
            <a:off x="5560200" y="2700360"/>
            <a:ext cx="2733120" cy="469440"/>
          </a:xfrm>
          <a:prstGeom prst="rect">
            <a:avLst/>
          </a:prstGeom>
          <a:noFill/>
          <a:ln w="0">
            <a:noFill/>
          </a:ln>
        </p:spPr>
        <p:txBody>
          <a:bodyPr lIns="0" tIns="91440" rIns="91440" bIns="91440" anchor="ctr">
            <a:noAutofit/>
          </a:bodyPr>
          <a:p>
            <a:pPr indent="0" algn="l">
              <a:lnSpc>
                <a:spcPct val="115000"/>
              </a:lnSpc>
              <a:buNone/>
              <a:tabLst>
                <a:tab pos="0" algn="l"/>
              </a:tabLst>
            </a:pPr>
            <a:r>
              <a:rPr lang="es-419" sz="1300" b="1" u="none" strike="noStrike">
                <a:solidFill>
                  <a:schemeClr val="dk1"/>
                </a:solidFill>
                <a:effectLst/>
                <a:uFillTx/>
                <a:latin typeface="Inter"/>
                <a:ea typeface="Inter"/>
              </a:rPr>
              <a:t>Nombre y apellido</a:t>
            </a:r>
            <a:endParaRPr lang="es-MX" sz="1300" b="0" u="none" strike="noStrike">
              <a:solidFill>
                <a:srgbClr val="000000"/>
              </a:solidFill>
              <a:effectLst/>
              <a:uFillTx/>
              <a:latin typeface="Arial"/>
            </a:endParaRPr>
          </a:p>
          <a:p>
            <a:pPr indent="0" algn="l">
              <a:lnSpc>
                <a:spcPct val="115000"/>
              </a:lnSpc>
              <a:buNone/>
              <a:tabLst>
                <a:tab pos="0" algn="l"/>
              </a:tabLst>
            </a:pPr>
            <a:r>
              <a:rPr lang="es-419" sz="1000" b="0" u="none" strike="noStrike">
                <a:solidFill>
                  <a:schemeClr val="dk1"/>
                </a:solidFill>
                <a:effectLst/>
                <a:uFillTx/>
                <a:latin typeface="Inter"/>
                <a:ea typeface="Inter"/>
              </a:rPr>
              <a:t>Puesto en el banco</a:t>
            </a:r>
            <a:endParaRPr lang="es-MX" sz="1000" b="0" u="none" strike="noStrike">
              <a:solidFill>
                <a:srgbClr val="000000"/>
              </a:solidFill>
              <a:effectLst/>
              <a:uFillTx/>
              <a:latin typeface="Arial"/>
            </a:endParaRPr>
          </a:p>
        </p:txBody>
      </p:sp>
      <p:sp>
        <p:nvSpPr>
          <p:cNvPr id="294" name="Google Shape;2899;p82"/>
          <p:cNvSpPr/>
          <p:nvPr/>
        </p:nvSpPr>
        <p:spPr>
          <a:xfrm>
            <a:off x="421560" y="933840"/>
            <a:ext cx="2733120" cy="335520"/>
          </a:xfrm>
          <a:prstGeom prst="rect">
            <a:avLst/>
          </a:prstGeom>
          <a:noFill/>
          <a:ln w="0">
            <a:noFill/>
          </a:ln>
        </p:spPr>
        <p:style>
          <a:lnRef idx="0"/>
          <a:fillRef idx="0"/>
          <a:effectRef idx="0"/>
          <a:fontRef idx="minor"/>
        </p:style>
        <p:txBody>
          <a:bodyPr tIns="91440" bIns="91440" anchor="t">
            <a:noAutofit/>
          </a:bodyPr>
          <a:p>
            <a:pPr>
              <a:lnSpc>
                <a:spcPct val="100000"/>
              </a:lnSpc>
              <a:tabLst>
                <a:tab pos="0" algn="l"/>
              </a:tabLst>
            </a:pPr>
            <a:r>
              <a:rPr lang="es-419" sz="1600" b="1" u="none" strike="noStrike">
                <a:solidFill>
                  <a:schemeClr val="dk1"/>
                </a:solidFill>
                <a:effectLst/>
                <a:uFillTx/>
                <a:latin typeface="Inter"/>
                <a:ea typeface="Inter"/>
              </a:rPr>
              <a:t>Preguntas y respuestas</a:t>
            </a:r>
            <a:endParaRPr lang="es-MX" sz="1600" b="0" u="none" strike="noStrike">
              <a:solidFill>
                <a:srgbClr val="000000"/>
              </a:solidFill>
              <a:effectLst/>
              <a:uFillTx/>
              <a:latin typeface="Arial"/>
            </a:endParaRPr>
          </a:p>
        </p:txBody>
      </p:sp>
      <p:pic>
        <p:nvPicPr>
          <p:cNvPr id="295" name="Google Shape;2900;p82"/>
          <p:cNvPicPr/>
          <p:nvPr/>
        </p:nvPicPr>
        <p:blipFill>
          <a:blip r:embed="rId5"/>
          <a:stretch/>
        </p:blipFill>
        <p:spPr>
          <a:xfrm>
            <a:off x="2708280" y="1659240"/>
            <a:ext cx="987480" cy="987480"/>
          </a:xfrm>
          <a:prstGeom prst="rect">
            <a:avLst/>
          </a:prstGeom>
          <a:noFill/>
          <a:ln w="0">
            <a:noFill/>
          </a:ln>
        </p:spPr>
      </p:pic>
      <p:pic>
        <p:nvPicPr>
          <p:cNvPr id="296" name="Google Shape;2901;p82"/>
          <p:cNvPicPr/>
          <p:nvPr/>
        </p:nvPicPr>
        <p:blipFill>
          <a:blip r:embed="rId6"/>
          <a:stretch/>
        </p:blipFill>
        <p:spPr>
          <a:xfrm>
            <a:off x="421560" y="1659240"/>
            <a:ext cx="987480" cy="987480"/>
          </a:xfrm>
          <a:prstGeom prst="rect">
            <a:avLst/>
          </a:prstGeom>
          <a:noFill/>
          <a:ln w="0">
            <a:noFill/>
          </a:ln>
        </p:spPr>
      </p:pic>
      <p:pic>
        <p:nvPicPr>
          <p:cNvPr id="297" name="Google Shape;2902;p82"/>
          <p:cNvPicPr/>
          <p:nvPr/>
        </p:nvPicPr>
        <p:blipFill>
          <a:blip r:embed="rId7"/>
          <a:stretch/>
        </p:blipFill>
        <p:spPr>
          <a:xfrm>
            <a:off x="5560200" y="1659240"/>
            <a:ext cx="987480" cy="987480"/>
          </a:xfrm>
          <a:prstGeom prst="rect">
            <a:avLst/>
          </a:prstGeom>
          <a:noFill/>
          <a:ln w="0">
            <a:noFill/>
          </a:ln>
        </p:spPr>
      </p:pic>
      <p:sp>
        <p:nvSpPr>
          <p:cNvPr id="298" name="Google Shape;2903;p82"/>
          <p:cNvSpPr/>
          <p:nvPr/>
        </p:nvSpPr>
        <p:spPr>
          <a:xfrm>
            <a:off x="460800" y="1887480"/>
            <a:ext cx="909000" cy="531360"/>
          </a:xfrm>
          <a:prstGeom prst="rect">
            <a:avLst/>
          </a:prstGeom>
          <a:solidFill>
            <a:schemeClr val="lt1"/>
          </a:solidFill>
          <a:ln w="0">
            <a:noFill/>
          </a:ln>
        </p:spPr>
        <p:style>
          <a:lnRef idx="0"/>
          <a:fillRef idx="0"/>
          <a:effectRef idx="0"/>
          <a:fontRef idx="minor"/>
        </p:style>
        <p:txBody>
          <a:bodyPr tIns="91440" bIns="91440" anchor="ctr">
            <a:noAutofit/>
          </a:bodyPr>
          <a:p>
            <a:pPr algn="ctr">
              <a:lnSpc>
                <a:spcPct val="100000"/>
              </a:lnSpc>
              <a:tabLst>
                <a:tab pos="0" algn="l"/>
              </a:tabLst>
            </a:pPr>
            <a:r>
              <a:rPr lang="es-419" sz="800" b="1" u="none" strike="noStrike">
                <a:solidFill>
                  <a:srgbClr val="000000"/>
                </a:solidFill>
                <a:effectLst/>
                <a:uFillTx/>
                <a:latin typeface="Arial"/>
                <a:ea typeface="Arial"/>
              </a:rPr>
              <a:t>Aquí puedes poner tu qr</a:t>
            </a:r>
            <a:endParaRPr lang="es-MX" sz="800" b="0" u="none" strike="noStrike">
              <a:solidFill>
                <a:srgbClr val="000000"/>
              </a:solidFill>
              <a:effectLst/>
              <a:uFillTx/>
              <a:latin typeface="Arial"/>
            </a:endParaRPr>
          </a:p>
        </p:txBody>
      </p:sp>
      <p:sp>
        <p:nvSpPr>
          <p:cNvPr id="299" name="Google Shape;2904;p82"/>
          <p:cNvSpPr/>
          <p:nvPr/>
        </p:nvSpPr>
        <p:spPr>
          <a:xfrm>
            <a:off x="2747520" y="1887480"/>
            <a:ext cx="909000" cy="531360"/>
          </a:xfrm>
          <a:prstGeom prst="rect">
            <a:avLst/>
          </a:prstGeom>
          <a:solidFill>
            <a:schemeClr val="lt1"/>
          </a:solidFill>
          <a:ln w="0">
            <a:noFill/>
          </a:ln>
        </p:spPr>
        <p:style>
          <a:lnRef idx="0"/>
          <a:fillRef idx="0"/>
          <a:effectRef idx="0"/>
          <a:fontRef idx="minor"/>
        </p:style>
        <p:txBody>
          <a:bodyPr tIns="91440" bIns="91440" anchor="ctr">
            <a:noAutofit/>
          </a:bodyPr>
          <a:p>
            <a:pPr algn="ctr">
              <a:lnSpc>
                <a:spcPct val="100000"/>
              </a:lnSpc>
              <a:tabLst>
                <a:tab pos="0" algn="l"/>
              </a:tabLst>
            </a:pPr>
            <a:r>
              <a:rPr lang="es-419" sz="800" b="1" u="none" strike="noStrike">
                <a:solidFill>
                  <a:srgbClr val="000000"/>
                </a:solidFill>
                <a:effectLst/>
                <a:uFillTx/>
                <a:latin typeface="Arial"/>
                <a:ea typeface="Arial"/>
              </a:rPr>
              <a:t>Aquí puedes poner tu qr</a:t>
            </a:r>
            <a:endParaRPr lang="es-MX" sz="800" b="0" u="none" strike="noStrike">
              <a:solidFill>
                <a:srgbClr val="000000"/>
              </a:solidFill>
              <a:effectLst/>
              <a:uFillTx/>
              <a:latin typeface="Arial"/>
            </a:endParaRPr>
          </a:p>
        </p:txBody>
      </p:sp>
      <p:sp>
        <p:nvSpPr>
          <p:cNvPr id="300" name="Google Shape;2905;p82"/>
          <p:cNvSpPr/>
          <p:nvPr/>
        </p:nvSpPr>
        <p:spPr>
          <a:xfrm>
            <a:off x="5599440" y="1887480"/>
            <a:ext cx="909000" cy="531360"/>
          </a:xfrm>
          <a:prstGeom prst="rect">
            <a:avLst/>
          </a:prstGeom>
          <a:solidFill>
            <a:schemeClr val="lt1"/>
          </a:solidFill>
          <a:ln w="0">
            <a:noFill/>
          </a:ln>
        </p:spPr>
        <p:style>
          <a:lnRef idx="0"/>
          <a:fillRef idx="0"/>
          <a:effectRef idx="0"/>
          <a:fontRef idx="minor"/>
        </p:style>
        <p:txBody>
          <a:bodyPr tIns="91440" bIns="91440" anchor="ctr">
            <a:noAutofit/>
          </a:bodyPr>
          <a:p>
            <a:pPr algn="ctr">
              <a:lnSpc>
                <a:spcPct val="100000"/>
              </a:lnSpc>
              <a:tabLst>
                <a:tab pos="0" algn="l"/>
              </a:tabLst>
            </a:pPr>
            <a:r>
              <a:rPr lang="es-419" sz="800" b="1" u="none" strike="noStrike">
                <a:solidFill>
                  <a:srgbClr val="000000"/>
                </a:solidFill>
                <a:effectLst/>
                <a:uFillTx/>
                <a:latin typeface="Arial"/>
                <a:ea typeface="Arial"/>
              </a:rPr>
              <a:t>Aquí puedes poner tu qr</a:t>
            </a:r>
            <a:endParaRPr lang="es-MX"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mplate BASE">
  <a:themeElements>
    <a:clrScheme name="Simple Light">
      <a:dk1>
        <a:srgbClr val="212626"/>
      </a:dk1>
      <a:lt1>
        <a:srgbClr val="FFFFFF"/>
      </a:lt1>
      <a:dk2>
        <a:srgbClr val="5D6769"/>
      </a:dk2>
      <a:lt2>
        <a:srgbClr val="EFEFEF"/>
      </a:lt2>
      <a:accent1>
        <a:srgbClr val="F5A800"/>
      </a:accent1>
      <a:accent2>
        <a:srgbClr val="212626"/>
      </a:accent2>
      <a:accent3>
        <a:srgbClr val="FAD380"/>
      </a:accent3>
      <a:accent4>
        <a:srgbClr val="FCE9BF"/>
      </a:accent4>
      <a:accent5>
        <a:srgbClr val="5D6769"/>
      </a:accent5>
      <a:accent6>
        <a:srgbClr val="E0E0E0"/>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LibreOffice/26.2.3.2$Windows_X86_64 LibreOffice_project/70e089b17412e4cb7773e41413306b17a2328c34</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es-MX</dc:language>
  <cp:lastModifiedBy/>
  <dcterms:modified xsi:type="dcterms:W3CDTF">2026-06-15T12:48:54Z</dcterms:modified>
  <cp:revision>1</cp:revision>
  <dc:subject/>
  <dc:title/>
</cp:coreProperties>
</file>